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6"/>
  </p:notesMasterIdLst>
  <p:sldIdLst>
    <p:sldId id="411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2D426C-38D2-410D-88C7-D80A1F941093}" v="16" dt="2021-12-03T09:10:45.7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677" autoAdjust="0"/>
    <p:restoredTop sz="88317" autoAdjust="0"/>
  </p:normalViewPr>
  <p:slideViewPr>
    <p:cSldViewPr snapToGrid="0">
      <p:cViewPr varScale="1">
        <p:scale>
          <a:sx n="72" d="100"/>
          <a:sy n="72" d="100"/>
        </p:scale>
        <p:origin x="136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min Fischer" userId="a37cafa3-ffbc-4a6b-88b9-8ea4bb8743d3" providerId="ADAL" clId="{99BFF1FF-9425-41C6-9247-F6DD104B26E2}"/>
    <pc:docChg chg="custSel addSld delSld modSld">
      <pc:chgData name="Armin Fischer" userId="a37cafa3-ffbc-4a6b-88b9-8ea4bb8743d3" providerId="ADAL" clId="{99BFF1FF-9425-41C6-9247-F6DD104B26E2}" dt="2021-09-09T13:32:01.520" v="203" actId="20577"/>
      <pc:docMkLst>
        <pc:docMk/>
      </pc:docMkLst>
      <pc:sldChg chg="addSp delSp modSp new mod">
        <pc:chgData name="Armin Fischer" userId="a37cafa3-ffbc-4a6b-88b9-8ea4bb8743d3" providerId="ADAL" clId="{99BFF1FF-9425-41C6-9247-F6DD104B26E2}" dt="2021-09-09T13:07:44.732" v="8" actId="1076"/>
        <pc:sldMkLst>
          <pc:docMk/>
          <pc:sldMk cId="1858820763" sldId="4062"/>
        </pc:sldMkLst>
        <pc:spChg chg="del">
          <ac:chgData name="Armin Fischer" userId="a37cafa3-ffbc-4a6b-88b9-8ea4bb8743d3" providerId="ADAL" clId="{99BFF1FF-9425-41C6-9247-F6DD104B26E2}" dt="2021-09-09T13:07:21.016" v="1"/>
          <ac:spMkLst>
            <pc:docMk/>
            <pc:sldMk cId="1858820763" sldId="4062"/>
            <ac:spMk id="2" creationId="{B8262082-B22D-44B6-A715-DED5CB1796C7}"/>
          </ac:spMkLst>
        </pc:spChg>
        <pc:spChg chg="add mod">
          <ac:chgData name="Armin Fischer" userId="a37cafa3-ffbc-4a6b-88b9-8ea4bb8743d3" providerId="ADAL" clId="{99BFF1FF-9425-41C6-9247-F6DD104B26E2}" dt="2021-09-09T13:07:44.732" v="8" actId="1076"/>
          <ac:spMkLst>
            <pc:docMk/>
            <pc:sldMk cId="1858820763" sldId="4062"/>
            <ac:spMk id="7" creationId="{432FB312-AFBA-4C7D-9A6F-AA8B6D82E20A}"/>
          </ac:spMkLst>
        </pc:spChg>
        <pc:graphicFrameChg chg="add mod modGraphic">
          <ac:chgData name="Armin Fischer" userId="a37cafa3-ffbc-4a6b-88b9-8ea4bb8743d3" providerId="ADAL" clId="{99BFF1FF-9425-41C6-9247-F6DD104B26E2}" dt="2021-09-09T13:07:41.347" v="7" actId="1076"/>
          <ac:graphicFrameMkLst>
            <pc:docMk/>
            <pc:sldMk cId="1858820763" sldId="4062"/>
            <ac:graphicFrameMk id="5" creationId="{32B07777-3D83-4362-83A7-34DA89814993}"/>
          </ac:graphicFrameMkLst>
        </pc:graphicFrameChg>
      </pc:sldChg>
      <pc:sldChg chg="modSp new mod">
        <pc:chgData name="Armin Fischer" userId="a37cafa3-ffbc-4a6b-88b9-8ea4bb8743d3" providerId="ADAL" clId="{99BFF1FF-9425-41C6-9247-F6DD104B26E2}" dt="2021-09-09T13:29:17.789" v="192" actId="20577"/>
        <pc:sldMkLst>
          <pc:docMk/>
          <pc:sldMk cId="177626966" sldId="4063"/>
        </pc:sldMkLst>
        <pc:spChg chg="mod">
          <ac:chgData name="Armin Fischer" userId="a37cafa3-ffbc-4a6b-88b9-8ea4bb8743d3" providerId="ADAL" clId="{99BFF1FF-9425-41C6-9247-F6DD104B26E2}" dt="2021-09-09T13:29:17.789" v="192" actId="20577"/>
          <ac:spMkLst>
            <pc:docMk/>
            <pc:sldMk cId="177626966" sldId="4063"/>
            <ac:spMk id="2" creationId="{8E45C964-BF6C-46D3-861A-B856E11CC51E}"/>
          </ac:spMkLst>
        </pc:spChg>
      </pc:sldChg>
      <pc:sldChg chg="modSp new mod">
        <pc:chgData name="Armin Fischer" userId="a37cafa3-ffbc-4a6b-88b9-8ea4bb8743d3" providerId="ADAL" clId="{99BFF1FF-9425-41C6-9247-F6DD104B26E2}" dt="2021-09-09T13:32:01.520" v="203" actId="20577"/>
        <pc:sldMkLst>
          <pc:docMk/>
          <pc:sldMk cId="1780766209" sldId="4064"/>
        </pc:sldMkLst>
        <pc:spChg chg="mod">
          <ac:chgData name="Armin Fischer" userId="a37cafa3-ffbc-4a6b-88b9-8ea4bb8743d3" providerId="ADAL" clId="{99BFF1FF-9425-41C6-9247-F6DD104B26E2}" dt="2021-09-09T13:32:01.520" v="203" actId="20577"/>
          <ac:spMkLst>
            <pc:docMk/>
            <pc:sldMk cId="1780766209" sldId="4064"/>
            <ac:spMk id="3" creationId="{B9C46365-2016-427B-91D4-5A801D3112F3}"/>
          </ac:spMkLst>
        </pc:spChg>
      </pc:sldChg>
      <pc:sldChg chg="new del">
        <pc:chgData name="Armin Fischer" userId="a37cafa3-ffbc-4a6b-88b9-8ea4bb8743d3" providerId="ADAL" clId="{99BFF1FF-9425-41C6-9247-F6DD104B26E2}" dt="2021-09-09T13:30:36.824" v="194" actId="47"/>
        <pc:sldMkLst>
          <pc:docMk/>
          <pc:sldMk cId="2531216227" sldId="4064"/>
        </pc:sldMkLst>
      </pc:sldChg>
    </pc:docChg>
  </pc:docChgLst>
  <pc:docChgLst>
    <pc:chgData name="Armin Fischer" userId="a37cafa3-ffbc-4a6b-88b9-8ea4bb8743d3" providerId="ADAL" clId="{112D426C-38D2-410D-88C7-D80A1F941093}"/>
    <pc:docChg chg="undo redo custSel addSld delSld modSld modMainMaster">
      <pc:chgData name="Armin Fischer" userId="a37cafa3-ffbc-4a6b-88b9-8ea4bb8743d3" providerId="ADAL" clId="{112D426C-38D2-410D-88C7-D80A1F941093}" dt="2021-12-13T10:45:29.564" v="1307" actId="20577"/>
      <pc:docMkLst>
        <pc:docMk/>
      </pc:docMkLst>
      <pc:sldChg chg="modSp mod">
        <pc:chgData name="Armin Fischer" userId="a37cafa3-ffbc-4a6b-88b9-8ea4bb8743d3" providerId="ADAL" clId="{112D426C-38D2-410D-88C7-D80A1F941093}" dt="2021-12-03T07:21:20.493" v="40" actId="1076"/>
        <pc:sldMkLst>
          <pc:docMk/>
          <pc:sldMk cId="2334616988" sldId="4061"/>
        </pc:sldMkLst>
        <pc:spChg chg="mod">
          <ac:chgData name="Armin Fischer" userId="a37cafa3-ffbc-4a6b-88b9-8ea4bb8743d3" providerId="ADAL" clId="{112D426C-38D2-410D-88C7-D80A1F941093}" dt="2021-12-03T07:21:20.493" v="40" actId="1076"/>
          <ac:spMkLst>
            <pc:docMk/>
            <pc:sldMk cId="2334616988" sldId="4061"/>
            <ac:spMk id="247" creationId="{C643A4C9-2236-41C1-BA5C-75006CF70E8C}"/>
          </ac:spMkLst>
        </pc:spChg>
      </pc:sldChg>
      <pc:sldChg chg="del">
        <pc:chgData name="Armin Fischer" userId="a37cafa3-ffbc-4a6b-88b9-8ea4bb8743d3" providerId="ADAL" clId="{112D426C-38D2-410D-88C7-D80A1F941093}" dt="2021-12-03T07:22:08.013" v="41" actId="47"/>
        <pc:sldMkLst>
          <pc:docMk/>
          <pc:sldMk cId="1858820763" sldId="4062"/>
        </pc:sldMkLst>
      </pc:sldChg>
      <pc:sldChg chg="addSp delSp modSp add mod modNotesTx">
        <pc:chgData name="Armin Fischer" userId="a37cafa3-ffbc-4a6b-88b9-8ea4bb8743d3" providerId="ADAL" clId="{112D426C-38D2-410D-88C7-D80A1F941093}" dt="2021-12-13T10:45:29.564" v="1307" actId="20577"/>
        <pc:sldMkLst>
          <pc:docMk/>
          <pc:sldMk cId="2125194129" sldId="4110"/>
        </pc:sldMkLst>
        <pc:spChg chg="add del mod">
          <ac:chgData name="Armin Fischer" userId="a37cafa3-ffbc-4a6b-88b9-8ea4bb8743d3" providerId="ADAL" clId="{112D426C-38D2-410D-88C7-D80A1F941093}" dt="2021-12-03T07:23:37.338" v="74" actId="478"/>
          <ac:spMkLst>
            <pc:docMk/>
            <pc:sldMk cId="2125194129" sldId="4110"/>
            <ac:spMk id="3" creationId="{21138E4F-FE26-495C-A9FD-76D3141368BF}"/>
          </ac:spMkLst>
        </pc:spChg>
        <pc:spChg chg="mod">
          <ac:chgData name="Armin Fischer" userId="a37cafa3-ffbc-4a6b-88b9-8ea4bb8743d3" providerId="ADAL" clId="{112D426C-38D2-410D-88C7-D80A1F941093}" dt="2021-12-03T08:41:52.227" v="1033" actId="20577"/>
          <ac:spMkLst>
            <pc:docMk/>
            <pc:sldMk cId="2125194129" sldId="4110"/>
            <ac:spMk id="4" creationId="{6965C0B7-86F9-42DC-B722-0D7B12A514D1}"/>
          </ac:spMkLst>
        </pc:spChg>
        <pc:spChg chg="add mod">
          <ac:chgData name="Armin Fischer" userId="a37cafa3-ffbc-4a6b-88b9-8ea4bb8743d3" providerId="ADAL" clId="{112D426C-38D2-410D-88C7-D80A1F941093}" dt="2021-12-03T07:25:17.201" v="202" actId="20577"/>
          <ac:spMkLst>
            <pc:docMk/>
            <pc:sldMk cId="2125194129" sldId="4110"/>
            <ac:spMk id="5" creationId="{D0678114-973E-47C9-9337-5D1F825FF8CC}"/>
          </ac:spMkLst>
        </pc:spChg>
        <pc:spChg chg="mod">
          <ac:chgData name="Armin Fischer" userId="a37cafa3-ffbc-4a6b-88b9-8ea4bb8743d3" providerId="ADAL" clId="{112D426C-38D2-410D-88C7-D80A1F941093}" dt="2021-12-03T07:24:45.498" v="155" actId="20577"/>
          <ac:spMkLst>
            <pc:docMk/>
            <pc:sldMk cId="2125194129" sldId="4110"/>
            <ac:spMk id="18" creationId="{D3435486-18C4-4184-B65F-DD63F3897139}"/>
          </ac:spMkLst>
        </pc:spChg>
        <pc:spChg chg="mod">
          <ac:chgData name="Armin Fischer" userId="a37cafa3-ffbc-4a6b-88b9-8ea4bb8743d3" providerId="ADAL" clId="{112D426C-38D2-410D-88C7-D80A1F941093}" dt="2021-12-03T07:26:46.279" v="230" actId="554"/>
          <ac:spMkLst>
            <pc:docMk/>
            <pc:sldMk cId="2125194129" sldId="4110"/>
            <ac:spMk id="27" creationId="{9726BB61-B28E-425C-BAD8-C2FB36F30355}"/>
          </ac:spMkLst>
        </pc:spChg>
        <pc:spChg chg="mod">
          <ac:chgData name="Armin Fischer" userId="a37cafa3-ffbc-4a6b-88b9-8ea4bb8743d3" providerId="ADAL" clId="{112D426C-38D2-410D-88C7-D80A1F941093}" dt="2021-12-03T07:26:43.301" v="229" actId="554"/>
          <ac:spMkLst>
            <pc:docMk/>
            <pc:sldMk cId="2125194129" sldId="4110"/>
            <ac:spMk id="28" creationId="{B6EB869D-6EB7-4BFD-A78C-E6A01A3BB3D8}"/>
          </ac:spMkLst>
        </pc:spChg>
        <pc:spChg chg="mod">
          <ac:chgData name="Armin Fischer" userId="a37cafa3-ffbc-4a6b-88b9-8ea4bb8743d3" providerId="ADAL" clId="{112D426C-38D2-410D-88C7-D80A1F941093}" dt="2021-12-13T10:31:20.314" v="1243" actId="20577"/>
          <ac:spMkLst>
            <pc:docMk/>
            <pc:sldMk cId="2125194129" sldId="4110"/>
            <ac:spMk id="31" creationId="{176D2331-1D37-4A22-8BD1-6A9DC3B9B5CD}"/>
          </ac:spMkLst>
        </pc:spChg>
        <pc:spChg chg="mod">
          <ac:chgData name="Armin Fischer" userId="a37cafa3-ffbc-4a6b-88b9-8ea4bb8743d3" providerId="ADAL" clId="{112D426C-38D2-410D-88C7-D80A1F941093}" dt="2021-12-03T08:40:35.249" v="960" actId="20577"/>
          <ac:spMkLst>
            <pc:docMk/>
            <pc:sldMk cId="2125194129" sldId="4110"/>
            <ac:spMk id="42" creationId="{C01B6717-466A-4C91-9992-41DC86C5D30D}"/>
          </ac:spMkLst>
        </pc:spChg>
        <pc:spChg chg="add mod">
          <ac:chgData name="Armin Fischer" userId="a37cafa3-ffbc-4a6b-88b9-8ea4bb8743d3" providerId="ADAL" clId="{112D426C-38D2-410D-88C7-D80A1F941093}" dt="2021-12-03T07:27:41.621" v="400" actId="14100"/>
          <ac:spMkLst>
            <pc:docMk/>
            <pc:sldMk cId="2125194129" sldId="4110"/>
            <ac:spMk id="45" creationId="{A1CA63D1-3C29-4398-B82B-A15710002075}"/>
          </ac:spMkLst>
        </pc:spChg>
        <pc:spChg chg="add mod">
          <ac:chgData name="Armin Fischer" userId="a37cafa3-ffbc-4a6b-88b9-8ea4bb8743d3" providerId="ADAL" clId="{112D426C-38D2-410D-88C7-D80A1F941093}" dt="2021-12-13T10:33:17.639" v="1287" actId="20577"/>
          <ac:spMkLst>
            <pc:docMk/>
            <pc:sldMk cId="2125194129" sldId="4110"/>
            <ac:spMk id="46" creationId="{C9D1958D-44ED-4DCB-A470-B9BD445B6E80}"/>
          </ac:spMkLst>
        </pc:spChg>
        <pc:spChg chg="mod">
          <ac:chgData name="Armin Fischer" userId="a37cafa3-ffbc-4a6b-88b9-8ea4bb8743d3" providerId="ADAL" clId="{112D426C-38D2-410D-88C7-D80A1F941093}" dt="2021-12-03T07:24:25.957" v="154" actId="1076"/>
          <ac:spMkLst>
            <pc:docMk/>
            <pc:sldMk cId="2125194129" sldId="4110"/>
            <ac:spMk id="57" creationId="{851D8BD7-D0E8-4E79-B312-EC99C1DF6D2B}"/>
          </ac:spMkLst>
        </pc:spChg>
        <pc:spChg chg="mod">
          <ac:chgData name="Armin Fischer" userId="a37cafa3-ffbc-4a6b-88b9-8ea4bb8743d3" providerId="ADAL" clId="{112D426C-38D2-410D-88C7-D80A1F941093}" dt="2021-12-13T10:45:29.564" v="1307" actId="20577"/>
          <ac:spMkLst>
            <pc:docMk/>
            <pc:sldMk cId="2125194129" sldId="4110"/>
            <ac:spMk id="59" creationId="{4965C187-8080-401A-B9CA-25BE6E893DD4}"/>
          </ac:spMkLst>
        </pc:spChg>
        <pc:spChg chg="mod">
          <ac:chgData name="Armin Fischer" userId="a37cafa3-ffbc-4a6b-88b9-8ea4bb8743d3" providerId="ADAL" clId="{112D426C-38D2-410D-88C7-D80A1F941093}" dt="2021-12-13T10:33:09.957" v="1270" actId="20577"/>
          <ac:spMkLst>
            <pc:docMk/>
            <pc:sldMk cId="2125194129" sldId="4110"/>
            <ac:spMk id="61" creationId="{5E58CE60-EA64-46C8-84E5-2EF7C2B979B8}"/>
          </ac:spMkLst>
        </pc:spChg>
        <pc:spChg chg="mod">
          <ac:chgData name="Armin Fischer" userId="a37cafa3-ffbc-4a6b-88b9-8ea4bb8743d3" providerId="ADAL" clId="{112D426C-38D2-410D-88C7-D80A1F941093}" dt="2021-12-03T07:26:46.279" v="230" actId="554"/>
          <ac:spMkLst>
            <pc:docMk/>
            <pc:sldMk cId="2125194129" sldId="4110"/>
            <ac:spMk id="65" creationId="{AF41799C-EE76-46AE-A64D-AAC1D4216A32}"/>
          </ac:spMkLst>
        </pc:spChg>
        <pc:spChg chg="mod">
          <ac:chgData name="Armin Fischer" userId="a37cafa3-ffbc-4a6b-88b9-8ea4bb8743d3" providerId="ADAL" clId="{112D426C-38D2-410D-88C7-D80A1F941093}" dt="2021-12-03T07:26:43.301" v="229" actId="554"/>
          <ac:spMkLst>
            <pc:docMk/>
            <pc:sldMk cId="2125194129" sldId="4110"/>
            <ac:spMk id="66" creationId="{084D5648-55F2-44B5-B387-8D3EBB812E71}"/>
          </ac:spMkLst>
        </pc:spChg>
        <pc:spChg chg="mod">
          <ac:chgData name="Armin Fischer" userId="a37cafa3-ffbc-4a6b-88b9-8ea4bb8743d3" providerId="ADAL" clId="{112D426C-38D2-410D-88C7-D80A1F941093}" dt="2021-12-03T07:26:46.279" v="230" actId="554"/>
          <ac:spMkLst>
            <pc:docMk/>
            <pc:sldMk cId="2125194129" sldId="4110"/>
            <ac:spMk id="68" creationId="{D9F5A1B4-A46D-42B9-B9F8-6D5758C8EC8C}"/>
          </ac:spMkLst>
        </pc:spChg>
        <pc:spChg chg="mod">
          <ac:chgData name="Armin Fischer" userId="a37cafa3-ffbc-4a6b-88b9-8ea4bb8743d3" providerId="ADAL" clId="{112D426C-38D2-410D-88C7-D80A1F941093}" dt="2021-12-03T07:26:43.301" v="229" actId="554"/>
          <ac:spMkLst>
            <pc:docMk/>
            <pc:sldMk cId="2125194129" sldId="4110"/>
            <ac:spMk id="69" creationId="{C2869F97-6EE6-418D-BCD3-A0F74BAC7A04}"/>
          </ac:spMkLst>
        </pc:spChg>
        <pc:spChg chg="mod">
          <ac:chgData name="Armin Fischer" userId="a37cafa3-ffbc-4a6b-88b9-8ea4bb8743d3" providerId="ADAL" clId="{112D426C-38D2-410D-88C7-D80A1F941093}" dt="2021-12-03T07:26:34.449" v="228" actId="14100"/>
          <ac:spMkLst>
            <pc:docMk/>
            <pc:sldMk cId="2125194129" sldId="4110"/>
            <ac:spMk id="75" creationId="{AB71E654-CFB7-46CC-9A1A-095A0FE18F5E}"/>
          </ac:spMkLst>
        </pc:spChg>
        <pc:spChg chg="mod">
          <ac:chgData name="Armin Fischer" userId="a37cafa3-ffbc-4a6b-88b9-8ea4bb8743d3" providerId="ADAL" clId="{112D426C-38D2-410D-88C7-D80A1F941093}" dt="2021-12-03T07:26:46.279" v="230" actId="554"/>
          <ac:spMkLst>
            <pc:docMk/>
            <pc:sldMk cId="2125194129" sldId="4110"/>
            <ac:spMk id="83" creationId="{41B2CE46-4E4F-4530-8536-B261EC3DDBFF}"/>
          </ac:spMkLst>
        </pc:spChg>
        <pc:spChg chg="mod">
          <ac:chgData name="Armin Fischer" userId="a37cafa3-ffbc-4a6b-88b9-8ea4bb8743d3" providerId="ADAL" clId="{112D426C-38D2-410D-88C7-D80A1F941093}" dt="2021-12-03T07:26:43.301" v="229" actId="554"/>
          <ac:spMkLst>
            <pc:docMk/>
            <pc:sldMk cId="2125194129" sldId="4110"/>
            <ac:spMk id="84" creationId="{8D7B6DA3-1DD1-48A5-80FD-DFD58E9E93B2}"/>
          </ac:spMkLst>
        </pc:spChg>
        <pc:spChg chg="mod">
          <ac:chgData name="Armin Fischer" userId="a37cafa3-ffbc-4a6b-88b9-8ea4bb8743d3" providerId="ADAL" clId="{112D426C-38D2-410D-88C7-D80A1F941093}" dt="2021-12-13T10:33:25.125" v="1294" actId="20577"/>
          <ac:spMkLst>
            <pc:docMk/>
            <pc:sldMk cId="2125194129" sldId="4110"/>
            <ac:spMk id="87" creationId="{2D4701F8-4235-45A6-8D9E-EA8F09AF9547}"/>
          </ac:spMkLst>
        </pc:spChg>
        <pc:spChg chg="mod">
          <ac:chgData name="Armin Fischer" userId="a37cafa3-ffbc-4a6b-88b9-8ea4bb8743d3" providerId="ADAL" clId="{112D426C-38D2-410D-88C7-D80A1F941093}" dt="2021-12-03T07:27:53.474" v="436" actId="20577"/>
          <ac:spMkLst>
            <pc:docMk/>
            <pc:sldMk cId="2125194129" sldId="4110"/>
            <ac:spMk id="88" creationId="{E3F8F48B-EA29-46C6-B2DE-4F6A75773ABA}"/>
          </ac:spMkLst>
        </pc:spChg>
        <pc:graphicFrameChg chg="del mod modGraphic">
          <ac:chgData name="Armin Fischer" userId="a37cafa3-ffbc-4a6b-88b9-8ea4bb8743d3" providerId="ADAL" clId="{112D426C-38D2-410D-88C7-D80A1F941093}" dt="2021-12-03T07:23:32.951" v="73" actId="478"/>
          <ac:graphicFrameMkLst>
            <pc:docMk/>
            <pc:sldMk cId="2125194129" sldId="4110"/>
            <ac:graphicFrameMk id="7" creationId="{072534E9-004D-4071-ABF3-544FB54CD5FC}"/>
          </ac:graphicFrameMkLst>
        </pc:graphicFrameChg>
        <pc:cxnChg chg="mod">
          <ac:chgData name="Armin Fischer" userId="a37cafa3-ffbc-4a6b-88b9-8ea4bb8743d3" providerId="ADAL" clId="{112D426C-38D2-410D-88C7-D80A1F941093}" dt="2021-12-03T07:26:46.279" v="230" actId="554"/>
          <ac:cxnSpMkLst>
            <pc:docMk/>
            <pc:sldMk cId="2125194129" sldId="4110"/>
            <ac:cxnSpMk id="25" creationId="{581EDE69-65CB-45BA-A012-300596EB9D38}"/>
          </ac:cxnSpMkLst>
        </pc:cxnChg>
        <pc:cxnChg chg="mod">
          <ac:chgData name="Armin Fischer" userId="a37cafa3-ffbc-4a6b-88b9-8ea4bb8743d3" providerId="ADAL" clId="{112D426C-38D2-410D-88C7-D80A1F941093}" dt="2021-12-03T07:26:46.279" v="230" actId="554"/>
          <ac:cxnSpMkLst>
            <pc:docMk/>
            <pc:sldMk cId="2125194129" sldId="4110"/>
            <ac:cxnSpMk id="29" creationId="{8135B2A6-C8DC-4199-9967-DCD948C913C9}"/>
          </ac:cxnSpMkLst>
        </pc:cxnChg>
        <pc:cxnChg chg="mod">
          <ac:chgData name="Armin Fischer" userId="a37cafa3-ffbc-4a6b-88b9-8ea4bb8743d3" providerId="ADAL" clId="{112D426C-38D2-410D-88C7-D80A1F941093}" dt="2021-12-03T07:26:46.279" v="230" actId="554"/>
          <ac:cxnSpMkLst>
            <pc:docMk/>
            <pc:sldMk cId="2125194129" sldId="4110"/>
            <ac:cxnSpMk id="67" creationId="{598BB1AF-E983-47A0-9839-5BACC0254BB0}"/>
          </ac:cxnSpMkLst>
        </pc:cxnChg>
        <pc:cxnChg chg="mod">
          <ac:chgData name="Armin Fischer" userId="a37cafa3-ffbc-4a6b-88b9-8ea4bb8743d3" providerId="ADAL" clId="{112D426C-38D2-410D-88C7-D80A1F941093}" dt="2021-12-03T07:26:46.279" v="230" actId="554"/>
          <ac:cxnSpMkLst>
            <pc:docMk/>
            <pc:sldMk cId="2125194129" sldId="4110"/>
            <ac:cxnSpMk id="70" creationId="{F89E5055-DB56-4848-8CC0-1835F753923B}"/>
          </ac:cxnSpMkLst>
        </pc:cxnChg>
      </pc:sldChg>
      <pc:sldChg chg="addSp delSp modSp new mod">
        <pc:chgData name="Armin Fischer" userId="a37cafa3-ffbc-4a6b-88b9-8ea4bb8743d3" providerId="ADAL" clId="{112D426C-38D2-410D-88C7-D80A1F941093}" dt="2021-12-03T08:43:35.127" v="1099" actId="20577"/>
        <pc:sldMkLst>
          <pc:docMk/>
          <pc:sldMk cId="3589081454" sldId="4111"/>
        </pc:sldMkLst>
        <pc:spChg chg="add del mod">
          <ac:chgData name="Armin Fischer" userId="a37cafa3-ffbc-4a6b-88b9-8ea4bb8743d3" providerId="ADAL" clId="{112D426C-38D2-410D-88C7-D80A1F941093}" dt="2021-12-03T08:43:35.127" v="1099" actId="20577"/>
          <ac:spMkLst>
            <pc:docMk/>
            <pc:sldMk cId="3589081454" sldId="4111"/>
            <ac:spMk id="2" creationId="{B5E249F5-EBFA-4AF3-A42C-C3B35F354A5C}"/>
          </ac:spMkLst>
        </pc:spChg>
        <pc:spChg chg="mod">
          <ac:chgData name="Armin Fischer" userId="a37cafa3-ffbc-4a6b-88b9-8ea4bb8743d3" providerId="ADAL" clId="{112D426C-38D2-410D-88C7-D80A1F941093}" dt="2021-12-03T08:42:11.781" v="1065" actId="20577"/>
          <ac:spMkLst>
            <pc:docMk/>
            <pc:sldMk cId="3589081454" sldId="4111"/>
            <ac:spMk id="3" creationId="{A7A888B7-93F4-43C4-8196-4431E7430EE6}"/>
          </ac:spMkLst>
        </pc:spChg>
        <pc:spChg chg="add del mod">
          <ac:chgData name="Armin Fischer" userId="a37cafa3-ffbc-4a6b-88b9-8ea4bb8743d3" providerId="ADAL" clId="{112D426C-38D2-410D-88C7-D80A1F941093}" dt="2021-12-03T08:42:20.683" v="1071"/>
          <ac:spMkLst>
            <pc:docMk/>
            <pc:sldMk cId="3589081454" sldId="4111"/>
            <ac:spMk id="5" creationId="{020FC8FE-2D05-4A2B-8135-95BF3FD4383D}"/>
          </ac:spMkLst>
        </pc:spChg>
      </pc:sldChg>
      <pc:sldChg chg="addSp delSp modSp new mod">
        <pc:chgData name="Armin Fischer" userId="a37cafa3-ffbc-4a6b-88b9-8ea4bb8743d3" providerId="ADAL" clId="{112D426C-38D2-410D-88C7-D80A1F941093}" dt="2021-12-07T16:08:13.273" v="1240" actId="20577"/>
        <pc:sldMkLst>
          <pc:docMk/>
          <pc:sldMk cId="2034782197" sldId="4112"/>
        </pc:sldMkLst>
        <pc:spChg chg="del">
          <ac:chgData name="Armin Fischer" userId="a37cafa3-ffbc-4a6b-88b9-8ea4bb8743d3" providerId="ADAL" clId="{112D426C-38D2-410D-88C7-D80A1F941093}" dt="2021-12-03T09:09:24.133" v="1166" actId="478"/>
          <ac:spMkLst>
            <pc:docMk/>
            <pc:sldMk cId="2034782197" sldId="4112"/>
            <ac:spMk id="2" creationId="{A1CE6282-8845-4525-B98E-C21A53DAD953}"/>
          </ac:spMkLst>
        </pc:spChg>
        <pc:spChg chg="mod">
          <ac:chgData name="Armin Fischer" userId="a37cafa3-ffbc-4a6b-88b9-8ea4bb8743d3" providerId="ADAL" clId="{112D426C-38D2-410D-88C7-D80A1F941093}" dt="2021-12-07T16:08:13.273" v="1240" actId="20577"/>
          <ac:spMkLst>
            <pc:docMk/>
            <pc:sldMk cId="2034782197" sldId="4112"/>
            <ac:spMk id="3" creationId="{B5D23D14-1F88-4924-8344-1692DEC469EF}"/>
          </ac:spMkLst>
        </pc:spChg>
        <pc:spChg chg="add mod">
          <ac:chgData name="Armin Fischer" userId="a37cafa3-ffbc-4a6b-88b9-8ea4bb8743d3" providerId="ADAL" clId="{112D426C-38D2-410D-88C7-D80A1F941093}" dt="2021-12-03T09:09:24.335" v="1167"/>
          <ac:spMkLst>
            <pc:docMk/>
            <pc:sldMk cId="2034782197" sldId="4112"/>
            <ac:spMk id="5" creationId="{2FFE4DA7-D123-4C5D-A0E1-BD6EFFB50B61}"/>
          </ac:spMkLst>
        </pc:spChg>
        <pc:spChg chg="add mod">
          <ac:chgData name="Armin Fischer" userId="a37cafa3-ffbc-4a6b-88b9-8ea4bb8743d3" providerId="ADAL" clId="{112D426C-38D2-410D-88C7-D80A1F941093}" dt="2021-12-03T09:11:43.450" v="1216" actId="113"/>
          <ac:spMkLst>
            <pc:docMk/>
            <pc:sldMk cId="2034782197" sldId="4112"/>
            <ac:spMk id="8" creationId="{326FB022-D8B9-4ADD-97F5-D20FC0547C48}"/>
          </ac:spMkLst>
        </pc:spChg>
        <pc:spChg chg="add mod">
          <ac:chgData name="Armin Fischer" userId="a37cafa3-ffbc-4a6b-88b9-8ea4bb8743d3" providerId="ADAL" clId="{112D426C-38D2-410D-88C7-D80A1F941093}" dt="2021-12-03T09:11:50.932" v="1217"/>
          <ac:spMkLst>
            <pc:docMk/>
            <pc:sldMk cId="2034782197" sldId="4112"/>
            <ac:spMk id="9" creationId="{7E64B143-C6A9-442F-A2FC-F2D830A27B0B}"/>
          </ac:spMkLst>
        </pc:spChg>
        <pc:spChg chg="add mod">
          <ac:chgData name="Armin Fischer" userId="a37cafa3-ffbc-4a6b-88b9-8ea4bb8743d3" providerId="ADAL" clId="{112D426C-38D2-410D-88C7-D80A1F941093}" dt="2021-12-03T09:11:57.846" v="1219"/>
          <ac:spMkLst>
            <pc:docMk/>
            <pc:sldMk cId="2034782197" sldId="4112"/>
            <ac:spMk id="10" creationId="{38F0DDE3-E866-41ED-9A71-8B1A33A322AE}"/>
          </ac:spMkLst>
        </pc:spChg>
        <pc:spChg chg="add mod">
          <ac:chgData name="Armin Fischer" userId="a37cafa3-ffbc-4a6b-88b9-8ea4bb8743d3" providerId="ADAL" clId="{112D426C-38D2-410D-88C7-D80A1F941093}" dt="2021-12-03T09:12:06.589" v="1221"/>
          <ac:spMkLst>
            <pc:docMk/>
            <pc:sldMk cId="2034782197" sldId="4112"/>
            <ac:spMk id="11" creationId="{454F8701-E58E-48E0-953D-8069D0A3D403}"/>
          </ac:spMkLst>
        </pc:spChg>
        <pc:spChg chg="add mod">
          <ac:chgData name="Armin Fischer" userId="a37cafa3-ffbc-4a6b-88b9-8ea4bb8743d3" providerId="ADAL" clId="{112D426C-38D2-410D-88C7-D80A1F941093}" dt="2021-12-03T09:12:01.875" v="1220"/>
          <ac:spMkLst>
            <pc:docMk/>
            <pc:sldMk cId="2034782197" sldId="4112"/>
            <ac:spMk id="12" creationId="{058EF4F0-43E0-4864-9C11-9E6380EF5E08}"/>
          </ac:spMkLst>
        </pc:spChg>
        <pc:spChg chg="add mod">
          <ac:chgData name="Armin Fischer" userId="a37cafa3-ffbc-4a6b-88b9-8ea4bb8743d3" providerId="ADAL" clId="{112D426C-38D2-410D-88C7-D80A1F941093}" dt="2021-12-03T09:12:14.019" v="1223"/>
          <ac:spMkLst>
            <pc:docMk/>
            <pc:sldMk cId="2034782197" sldId="4112"/>
            <ac:spMk id="13" creationId="{FD466DC3-CA0C-494B-8C0A-CC2E9E16437C}"/>
          </ac:spMkLst>
        </pc:spChg>
        <pc:spChg chg="add mod">
          <ac:chgData name="Armin Fischer" userId="a37cafa3-ffbc-4a6b-88b9-8ea4bb8743d3" providerId="ADAL" clId="{112D426C-38D2-410D-88C7-D80A1F941093}" dt="2021-12-03T09:11:54.463" v="1218"/>
          <ac:spMkLst>
            <pc:docMk/>
            <pc:sldMk cId="2034782197" sldId="4112"/>
            <ac:spMk id="18" creationId="{8A9A049A-13E6-4015-8F99-A9A3D0A6FB18}"/>
          </ac:spMkLst>
        </pc:spChg>
        <pc:spChg chg="add mod">
          <ac:chgData name="Armin Fischer" userId="a37cafa3-ffbc-4a6b-88b9-8ea4bb8743d3" providerId="ADAL" clId="{112D426C-38D2-410D-88C7-D80A1F941093}" dt="2021-12-03T09:12:09.415" v="1222"/>
          <ac:spMkLst>
            <pc:docMk/>
            <pc:sldMk cId="2034782197" sldId="4112"/>
            <ac:spMk id="19" creationId="{A53E4D31-4821-449D-9951-A42CCB00CB6C}"/>
          </ac:spMkLst>
        </pc:spChg>
        <pc:spChg chg="add mod">
          <ac:chgData name="Armin Fischer" userId="a37cafa3-ffbc-4a6b-88b9-8ea4bb8743d3" providerId="ADAL" clId="{112D426C-38D2-410D-88C7-D80A1F941093}" dt="2021-12-03T09:10:41.206" v="1204" actId="179"/>
          <ac:spMkLst>
            <pc:docMk/>
            <pc:sldMk cId="2034782197" sldId="4112"/>
            <ac:spMk id="22" creationId="{94ED5FEB-A6CB-40B0-A613-C24FDE4EEB12}"/>
          </ac:spMkLst>
        </pc:spChg>
        <pc:spChg chg="add del mod">
          <ac:chgData name="Armin Fischer" userId="a37cafa3-ffbc-4a6b-88b9-8ea4bb8743d3" providerId="ADAL" clId="{112D426C-38D2-410D-88C7-D80A1F941093}" dt="2021-12-03T09:10:45.790" v="1206"/>
          <ac:spMkLst>
            <pc:docMk/>
            <pc:sldMk cId="2034782197" sldId="4112"/>
            <ac:spMk id="23" creationId="{D7EF8E1E-6FB7-4CA7-9C41-BFCDDF294820}"/>
          </ac:spMkLst>
        </pc:spChg>
        <pc:spChg chg="add del mod">
          <ac:chgData name="Armin Fischer" userId="a37cafa3-ffbc-4a6b-88b9-8ea4bb8743d3" providerId="ADAL" clId="{112D426C-38D2-410D-88C7-D80A1F941093}" dt="2021-12-03T09:10:45.790" v="1206"/>
          <ac:spMkLst>
            <pc:docMk/>
            <pc:sldMk cId="2034782197" sldId="4112"/>
            <ac:spMk id="26" creationId="{470BF45B-1AB8-4555-9ABA-66DC0DCCDADE}"/>
          </ac:spMkLst>
        </pc:spChg>
        <pc:spChg chg="add del mod">
          <ac:chgData name="Armin Fischer" userId="a37cafa3-ffbc-4a6b-88b9-8ea4bb8743d3" providerId="ADAL" clId="{112D426C-38D2-410D-88C7-D80A1F941093}" dt="2021-12-03T09:10:45.790" v="1206"/>
          <ac:spMkLst>
            <pc:docMk/>
            <pc:sldMk cId="2034782197" sldId="4112"/>
            <ac:spMk id="27" creationId="{575F1B91-D461-4096-9FAA-A461BF4D87C8}"/>
          </ac:spMkLst>
        </pc:spChg>
        <pc:spChg chg="add del mod">
          <ac:chgData name="Armin Fischer" userId="a37cafa3-ffbc-4a6b-88b9-8ea4bb8743d3" providerId="ADAL" clId="{112D426C-38D2-410D-88C7-D80A1F941093}" dt="2021-12-03T09:10:45.790" v="1206"/>
          <ac:spMkLst>
            <pc:docMk/>
            <pc:sldMk cId="2034782197" sldId="4112"/>
            <ac:spMk id="28" creationId="{248E8045-19F3-4D8F-869E-22E19B64B91E}"/>
          </ac:spMkLst>
        </pc:spChg>
        <pc:spChg chg="add del mod">
          <ac:chgData name="Armin Fischer" userId="a37cafa3-ffbc-4a6b-88b9-8ea4bb8743d3" providerId="ADAL" clId="{112D426C-38D2-410D-88C7-D80A1F941093}" dt="2021-12-03T09:10:45.790" v="1206"/>
          <ac:spMkLst>
            <pc:docMk/>
            <pc:sldMk cId="2034782197" sldId="4112"/>
            <ac:spMk id="29" creationId="{1299E5C2-7C81-43A3-A374-195856FCAD77}"/>
          </ac:spMkLst>
        </pc:spChg>
        <pc:spChg chg="add del mod">
          <ac:chgData name="Armin Fischer" userId="a37cafa3-ffbc-4a6b-88b9-8ea4bb8743d3" providerId="ADAL" clId="{112D426C-38D2-410D-88C7-D80A1F941093}" dt="2021-12-03T09:10:45.790" v="1206"/>
          <ac:spMkLst>
            <pc:docMk/>
            <pc:sldMk cId="2034782197" sldId="4112"/>
            <ac:spMk id="30" creationId="{ECA64C8A-9B49-4475-83E9-A886032B6D73}"/>
          </ac:spMkLst>
        </pc:spChg>
        <pc:spChg chg="add del mod">
          <ac:chgData name="Armin Fischer" userId="a37cafa3-ffbc-4a6b-88b9-8ea4bb8743d3" providerId="ADAL" clId="{112D426C-38D2-410D-88C7-D80A1F941093}" dt="2021-12-03T09:10:45.790" v="1206"/>
          <ac:spMkLst>
            <pc:docMk/>
            <pc:sldMk cId="2034782197" sldId="4112"/>
            <ac:spMk id="31" creationId="{E907CD53-78C6-4C2F-A6A1-D7D4E75DC0C6}"/>
          </ac:spMkLst>
        </pc:spChg>
        <pc:spChg chg="add del mod">
          <ac:chgData name="Armin Fischer" userId="a37cafa3-ffbc-4a6b-88b9-8ea4bb8743d3" providerId="ADAL" clId="{112D426C-38D2-410D-88C7-D80A1F941093}" dt="2021-12-03T09:10:45.790" v="1206"/>
          <ac:spMkLst>
            <pc:docMk/>
            <pc:sldMk cId="2034782197" sldId="4112"/>
            <ac:spMk id="36" creationId="{B6192ECD-296F-4B37-BF8C-66B4C5A66C17}"/>
          </ac:spMkLst>
        </pc:spChg>
        <pc:spChg chg="add del mod">
          <ac:chgData name="Armin Fischer" userId="a37cafa3-ffbc-4a6b-88b9-8ea4bb8743d3" providerId="ADAL" clId="{112D426C-38D2-410D-88C7-D80A1F941093}" dt="2021-12-03T09:10:45.790" v="1206"/>
          <ac:spMkLst>
            <pc:docMk/>
            <pc:sldMk cId="2034782197" sldId="4112"/>
            <ac:spMk id="37" creationId="{997EFA6D-7E3A-439C-B8C2-5E520FE2A087}"/>
          </ac:spMkLst>
        </pc:spChg>
        <pc:spChg chg="add del mod">
          <ac:chgData name="Armin Fischer" userId="a37cafa3-ffbc-4a6b-88b9-8ea4bb8743d3" providerId="ADAL" clId="{112D426C-38D2-410D-88C7-D80A1F941093}" dt="2021-12-03T09:10:45.790" v="1206"/>
          <ac:spMkLst>
            <pc:docMk/>
            <pc:sldMk cId="2034782197" sldId="4112"/>
            <ac:spMk id="40" creationId="{A287FE70-69FE-489D-9BF5-38556382B2B0}"/>
          </ac:spMkLst>
        </pc:spChg>
        <pc:cxnChg chg="add mod">
          <ac:chgData name="Armin Fischer" userId="a37cafa3-ffbc-4a6b-88b9-8ea4bb8743d3" providerId="ADAL" clId="{112D426C-38D2-410D-88C7-D80A1F941093}" dt="2021-12-03T09:11:28.992" v="1211" actId="14100"/>
          <ac:cxnSpMkLst>
            <pc:docMk/>
            <pc:sldMk cId="2034782197" sldId="4112"/>
            <ac:cxnSpMk id="6" creationId="{C3EFF90C-7303-46A4-AE31-EEEF6F54410A}"/>
          </ac:cxnSpMkLst>
        </pc:cxnChg>
        <pc:cxnChg chg="add mod">
          <ac:chgData name="Armin Fischer" userId="a37cafa3-ffbc-4a6b-88b9-8ea4bb8743d3" providerId="ADAL" clId="{112D426C-38D2-410D-88C7-D80A1F941093}" dt="2021-12-03T09:11:28.992" v="1211" actId="14100"/>
          <ac:cxnSpMkLst>
            <pc:docMk/>
            <pc:sldMk cId="2034782197" sldId="4112"/>
            <ac:cxnSpMk id="7" creationId="{54AAEAD2-583A-4C7E-B551-76E4F38145D7}"/>
          </ac:cxnSpMkLst>
        </pc:cxnChg>
        <pc:cxnChg chg="add mod">
          <ac:chgData name="Armin Fischer" userId="a37cafa3-ffbc-4a6b-88b9-8ea4bb8743d3" providerId="ADAL" clId="{112D426C-38D2-410D-88C7-D80A1F941093}" dt="2021-12-03T09:11:28.992" v="1211" actId="14100"/>
          <ac:cxnSpMkLst>
            <pc:docMk/>
            <pc:sldMk cId="2034782197" sldId="4112"/>
            <ac:cxnSpMk id="14" creationId="{B48C1F39-C016-477F-9FCB-669052A60969}"/>
          </ac:cxnSpMkLst>
        </pc:cxnChg>
        <pc:cxnChg chg="add mod">
          <ac:chgData name="Armin Fischer" userId="a37cafa3-ffbc-4a6b-88b9-8ea4bb8743d3" providerId="ADAL" clId="{112D426C-38D2-410D-88C7-D80A1F941093}" dt="2021-12-03T09:11:28.992" v="1211" actId="14100"/>
          <ac:cxnSpMkLst>
            <pc:docMk/>
            <pc:sldMk cId="2034782197" sldId="4112"/>
            <ac:cxnSpMk id="15" creationId="{9A7083CB-C52B-4A19-AF0E-3254CC2EB345}"/>
          </ac:cxnSpMkLst>
        </pc:cxnChg>
        <pc:cxnChg chg="add mod">
          <ac:chgData name="Armin Fischer" userId="a37cafa3-ffbc-4a6b-88b9-8ea4bb8743d3" providerId="ADAL" clId="{112D426C-38D2-410D-88C7-D80A1F941093}" dt="2021-12-03T09:11:28.992" v="1211" actId="14100"/>
          <ac:cxnSpMkLst>
            <pc:docMk/>
            <pc:sldMk cId="2034782197" sldId="4112"/>
            <ac:cxnSpMk id="16" creationId="{DF544621-29E3-480F-B853-D8A44B6A680F}"/>
          </ac:cxnSpMkLst>
        </pc:cxnChg>
        <pc:cxnChg chg="add mod">
          <ac:chgData name="Armin Fischer" userId="a37cafa3-ffbc-4a6b-88b9-8ea4bb8743d3" providerId="ADAL" clId="{112D426C-38D2-410D-88C7-D80A1F941093}" dt="2021-12-03T09:11:28.992" v="1211" actId="14100"/>
          <ac:cxnSpMkLst>
            <pc:docMk/>
            <pc:sldMk cId="2034782197" sldId="4112"/>
            <ac:cxnSpMk id="17" creationId="{46A92679-8609-4328-A93D-B0BCFD2AC622}"/>
          </ac:cxnSpMkLst>
        </pc:cxnChg>
        <pc:cxnChg chg="add mod">
          <ac:chgData name="Armin Fischer" userId="a37cafa3-ffbc-4a6b-88b9-8ea4bb8743d3" providerId="ADAL" clId="{112D426C-38D2-410D-88C7-D80A1F941093}" dt="2021-12-03T09:11:28.992" v="1211" actId="14100"/>
          <ac:cxnSpMkLst>
            <pc:docMk/>
            <pc:sldMk cId="2034782197" sldId="4112"/>
            <ac:cxnSpMk id="20" creationId="{4DE0480B-0AE0-4815-A071-380B82DAEABF}"/>
          </ac:cxnSpMkLst>
        </pc:cxnChg>
        <pc:cxnChg chg="add mod">
          <ac:chgData name="Armin Fischer" userId="a37cafa3-ffbc-4a6b-88b9-8ea4bb8743d3" providerId="ADAL" clId="{112D426C-38D2-410D-88C7-D80A1F941093}" dt="2021-12-03T09:11:28.992" v="1211" actId="14100"/>
          <ac:cxnSpMkLst>
            <pc:docMk/>
            <pc:sldMk cId="2034782197" sldId="4112"/>
            <ac:cxnSpMk id="21" creationId="{66701829-B03A-47A6-A9FD-0BC3FE288DC0}"/>
          </ac:cxnSpMkLst>
        </pc:cxnChg>
        <pc:cxnChg chg="add del mod">
          <ac:chgData name="Armin Fischer" userId="a37cafa3-ffbc-4a6b-88b9-8ea4bb8743d3" providerId="ADAL" clId="{112D426C-38D2-410D-88C7-D80A1F941093}" dt="2021-12-03T09:10:45.790" v="1206"/>
          <ac:cxnSpMkLst>
            <pc:docMk/>
            <pc:sldMk cId="2034782197" sldId="4112"/>
            <ac:cxnSpMk id="24" creationId="{1AF9E4D5-469C-4CEA-907E-136938D34A2F}"/>
          </ac:cxnSpMkLst>
        </pc:cxnChg>
        <pc:cxnChg chg="add del mod">
          <ac:chgData name="Armin Fischer" userId="a37cafa3-ffbc-4a6b-88b9-8ea4bb8743d3" providerId="ADAL" clId="{112D426C-38D2-410D-88C7-D80A1F941093}" dt="2021-12-03T09:10:45.790" v="1206"/>
          <ac:cxnSpMkLst>
            <pc:docMk/>
            <pc:sldMk cId="2034782197" sldId="4112"/>
            <ac:cxnSpMk id="25" creationId="{6D1DFA32-0339-4B47-AF09-C3AC070CF058}"/>
          </ac:cxnSpMkLst>
        </pc:cxnChg>
        <pc:cxnChg chg="add del mod">
          <ac:chgData name="Armin Fischer" userId="a37cafa3-ffbc-4a6b-88b9-8ea4bb8743d3" providerId="ADAL" clId="{112D426C-38D2-410D-88C7-D80A1F941093}" dt="2021-12-03T09:10:45.790" v="1206"/>
          <ac:cxnSpMkLst>
            <pc:docMk/>
            <pc:sldMk cId="2034782197" sldId="4112"/>
            <ac:cxnSpMk id="32" creationId="{9B044556-EFFE-4337-88B2-18E0CF395262}"/>
          </ac:cxnSpMkLst>
        </pc:cxnChg>
        <pc:cxnChg chg="add del mod">
          <ac:chgData name="Armin Fischer" userId="a37cafa3-ffbc-4a6b-88b9-8ea4bb8743d3" providerId="ADAL" clId="{112D426C-38D2-410D-88C7-D80A1F941093}" dt="2021-12-03T09:10:45.790" v="1206"/>
          <ac:cxnSpMkLst>
            <pc:docMk/>
            <pc:sldMk cId="2034782197" sldId="4112"/>
            <ac:cxnSpMk id="33" creationId="{FF7F14CD-8662-48F9-BE79-BD927035828E}"/>
          </ac:cxnSpMkLst>
        </pc:cxnChg>
        <pc:cxnChg chg="add del mod">
          <ac:chgData name="Armin Fischer" userId="a37cafa3-ffbc-4a6b-88b9-8ea4bb8743d3" providerId="ADAL" clId="{112D426C-38D2-410D-88C7-D80A1F941093}" dt="2021-12-03T09:10:45.790" v="1206"/>
          <ac:cxnSpMkLst>
            <pc:docMk/>
            <pc:sldMk cId="2034782197" sldId="4112"/>
            <ac:cxnSpMk id="34" creationId="{CF52B602-C4B1-4F9E-8D49-01886EAEBE6F}"/>
          </ac:cxnSpMkLst>
        </pc:cxnChg>
        <pc:cxnChg chg="add del mod">
          <ac:chgData name="Armin Fischer" userId="a37cafa3-ffbc-4a6b-88b9-8ea4bb8743d3" providerId="ADAL" clId="{112D426C-38D2-410D-88C7-D80A1F941093}" dt="2021-12-03T09:10:45.790" v="1206"/>
          <ac:cxnSpMkLst>
            <pc:docMk/>
            <pc:sldMk cId="2034782197" sldId="4112"/>
            <ac:cxnSpMk id="35" creationId="{49A218C4-39D9-4E10-8F92-D61154AA0167}"/>
          </ac:cxnSpMkLst>
        </pc:cxnChg>
        <pc:cxnChg chg="add del mod">
          <ac:chgData name="Armin Fischer" userId="a37cafa3-ffbc-4a6b-88b9-8ea4bb8743d3" providerId="ADAL" clId="{112D426C-38D2-410D-88C7-D80A1F941093}" dt="2021-12-03T09:10:45.790" v="1206"/>
          <ac:cxnSpMkLst>
            <pc:docMk/>
            <pc:sldMk cId="2034782197" sldId="4112"/>
            <ac:cxnSpMk id="38" creationId="{503F1718-0539-4E35-B3ED-32A80B1B7A52}"/>
          </ac:cxnSpMkLst>
        </pc:cxnChg>
        <pc:cxnChg chg="add del mod">
          <ac:chgData name="Armin Fischer" userId="a37cafa3-ffbc-4a6b-88b9-8ea4bb8743d3" providerId="ADAL" clId="{112D426C-38D2-410D-88C7-D80A1F941093}" dt="2021-12-03T09:10:45.790" v="1206"/>
          <ac:cxnSpMkLst>
            <pc:docMk/>
            <pc:sldMk cId="2034782197" sldId="4112"/>
            <ac:cxnSpMk id="39" creationId="{CCFA10DF-CA4B-4BC4-A7BF-5868365BA9B8}"/>
          </ac:cxnSpMkLst>
        </pc:cxnChg>
      </pc:sldChg>
      <pc:sldMasterChg chg="modSp">
        <pc:chgData name="Armin Fischer" userId="a37cafa3-ffbc-4a6b-88b9-8ea4bb8743d3" providerId="ADAL" clId="{112D426C-38D2-410D-88C7-D80A1F941093}" dt="2021-12-03T07:14:50.709" v="0"/>
        <pc:sldMasterMkLst>
          <pc:docMk/>
          <pc:sldMasterMk cId="4015665643" sldId="2147483694"/>
        </pc:sldMasterMkLst>
        <pc:spChg chg="mod">
          <ac:chgData name="Armin Fischer" userId="a37cafa3-ffbc-4a6b-88b9-8ea4bb8743d3" providerId="ADAL" clId="{112D426C-38D2-410D-88C7-D80A1F941093}" dt="2021-12-03T07:14:50.709" v="0"/>
          <ac:spMkLst>
            <pc:docMk/>
            <pc:sldMasterMk cId="4015665643" sldId="2147483694"/>
            <ac:spMk id="35" creationId="{D55163B3-8138-3749-928F-B56A505153A1}"/>
          </ac:spMkLst>
        </pc:spChg>
      </pc:sldMasterChg>
    </pc:docChg>
  </pc:docChgLst>
  <pc:docChgLst>
    <pc:chgData name="Kyle Hill" userId="edc571f3-830c-4de6-92f0-df752491c80c" providerId="ADAL" clId="{15246814-D87E-4EC0-8965-2E24E6249C03}"/>
    <pc:docChg chg="undo redo custSel addSld delSld modSld delMainMaster modMainMaster">
      <pc:chgData name="Kyle Hill" userId="edc571f3-830c-4de6-92f0-df752491c80c" providerId="ADAL" clId="{15246814-D87E-4EC0-8965-2E24E6249C03}" dt="2020-06-03T10:36:02.777" v="1926" actId="2696"/>
      <pc:docMkLst>
        <pc:docMk/>
      </pc:docMkLst>
      <pc:sldChg chg="addSp delSp modSp del setBg modAnim">
        <pc:chgData name="Kyle Hill" userId="edc571f3-830c-4de6-92f0-df752491c80c" providerId="ADAL" clId="{15246814-D87E-4EC0-8965-2E24E6249C03}" dt="2020-06-03T09:54:10.263" v="1257" actId="2696"/>
        <pc:sldMkLst>
          <pc:docMk/>
          <pc:sldMk cId="1413932882" sldId="4060"/>
        </pc:sldMkLst>
        <pc:spChg chg="del">
          <ac:chgData name="Kyle Hill" userId="edc571f3-830c-4de6-92f0-df752491c80c" providerId="ADAL" clId="{15246814-D87E-4EC0-8965-2E24E6249C03}" dt="2020-06-03T08:50:39.126" v="10" actId="478"/>
          <ac:spMkLst>
            <pc:docMk/>
            <pc:sldMk cId="1413932882" sldId="4060"/>
            <ac:spMk id="2" creationId="{E4F6958D-BBDD-3347-9452-C34BDAADECD8}"/>
          </ac:spMkLst>
        </pc:spChg>
        <pc:spChg chg="mod">
          <ac:chgData name="Kyle Hill" userId="edc571f3-830c-4de6-92f0-df752491c80c" providerId="ADAL" clId="{15246814-D87E-4EC0-8965-2E24E6249C03}" dt="2020-06-03T08:57:56.135" v="133" actId="20577"/>
          <ac:spMkLst>
            <pc:docMk/>
            <pc:sldMk cId="1413932882" sldId="4060"/>
            <ac:spMk id="3" creationId="{F9D37695-F3C3-064B-872B-E0C2A5DD0A0E}"/>
          </ac:spMkLst>
        </pc:spChg>
        <pc:spChg chg="mod">
          <ac:chgData name="Kyle Hill" userId="edc571f3-830c-4de6-92f0-df752491c80c" providerId="ADAL" clId="{15246814-D87E-4EC0-8965-2E24E6249C03}" dt="2020-06-03T08:57:46.135" v="130" actId="207"/>
          <ac:spMkLst>
            <pc:docMk/>
            <pc:sldMk cId="1413932882" sldId="4060"/>
            <ac:spMk id="4" creationId="{53DDFA6E-FBA2-7640-B7CF-95AD008B935D}"/>
          </ac:spMkLst>
        </pc:spChg>
        <pc:spChg chg="mod topLvl">
          <ac:chgData name="Kyle Hill" userId="edc571f3-830c-4de6-92f0-df752491c80c" providerId="ADAL" clId="{15246814-D87E-4EC0-8965-2E24E6249C03}" dt="2020-06-03T08:55:29.801" v="111" actId="164"/>
          <ac:spMkLst>
            <pc:docMk/>
            <pc:sldMk cId="1413932882" sldId="4060"/>
            <ac:spMk id="105" creationId="{30AEBF78-3B05-458B-8206-39CE67AFD3F7}"/>
          </ac:spMkLst>
        </pc:spChg>
        <pc:spChg chg="mod topLvl">
          <ac:chgData name="Kyle Hill" userId="edc571f3-830c-4de6-92f0-df752491c80c" providerId="ADAL" clId="{15246814-D87E-4EC0-8965-2E24E6249C03}" dt="2020-06-03T08:57:46.135" v="130" actId="207"/>
          <ac:spMkLst>
            <pc:docMk/>
            <pc:sldMk cId="1413932882" sldId="4060"/>
            <ac:spMk id="107" creationId="{6216B21F-CEFA-4935-949F-F663A174CDDC}"/>
          </ac:spMkLst>
        </pc:spChg>
        <pc:spChg chg="mod topLvl">
          <ac:chgData name="Kyle Hill" userId="edc571f3-830c-4de6-92f0-df752491c80c" providerId="ADAL" clId="{15246814-D87E-4EC0-8965-2E24E6249C03}" dt="2020-06-03T08:57:46.135" v="130" actId="207"/>
          <ac:spMkLst>
            <pc:docMk/>
            <pc:sldMk cId="1413932882" sldId="4060"/>
            <ac:spMk id="108" creationId="{D9401D85-745A-453B-83E3-1D480BD0ABC3}"/>
          </ac:spMkLst>
        </pc:spChg>
        <pc:spChg chg="mod topLvl">
          <ac:chgData name="Kyle Hill" userId="edc571f3-830c-4de6-92f0-df752491c80c" providerId="ADAL" clId="{15246814-D87E-4EC0-8965-2E24E6249C03}" dt="2020-06-03T08:55:29.801" v="111" actId="164"/>
          <ac:spMkLst>
            <pc:docMk/>
            <pc:sldMk cId="1413932882" sldId="4060"/>
            <ac:spMk id="111" creationId="{8B438961-CF17-40ED-A87D-EBD93635E3C2}"/>
          </ac:spMkLst>
        </pc:spChg>
        <pc:spChg chg="mod topLvl">
          <ac:chgData name="Kyle Hill" userId="edc571f3-830c-4de6-92f0-df752491c80c" providerId="ADAL" clId="{15246814-D87E-4EC0-8965-2E24E6249C03}" dt="2020-06-03T08:55:29.801" v="111" actId="164"/>
          <ac:spMkLst>
            <pc:docMk/>
            <pc:sldMk cId="1413932882" sldId="4060"/>
            <ac:spMk id="112" creationId="{88211799-A879-4FAD-A8FA-ACE65C64586B}"/>
          </ac:spMkLst>
        </pc:spChg>
        <pc:spChg chg="mod topLvl">
          <ac:chgData name="Kyle Hill" userId="edc571f3-830c-4de6-92f0-df752491c80c" providerId="ADAL" clId="{15246814-D87E-4EC0-8965-2E24E6249C03}" dt="2020-06-03T08:55:29.801" v="111" actId="164"/>
          <ac:spMkLst>
            <pc:docMk/>
            <pc:sldMk cId="1413932882" sldId="4060"/>
            <ac:spMk id="113" creationId="{E60D198B-0280-4707-9D31-2A2719ABE8A0}"/>
          </ac:spMkLst>
        </pc:spChg>
        <pc:spChg chg="mod topLvl">
          <ac:chgData name="Kyle Hill" userId="edc571f3-830c-4de6-92f0-df752491c80c" providerId="ADAL" clId="{15246814-D87E-4EC0-8965-2E24E6249C03}" dt="2020-06-03T08:55:29.801" v="111" actId="164"/>
          <ac:spMkLst>
            <pc:docMk/>
            <pc:sldMk cId="1413932882" sldId="4060"/>
            <ac:spMk id="114" creationId="{944A3B55-2761-4BD0-91D0-B3E6876EF874}"/>
          </ac:spMkLst>
        </pc:spChg>
        <pc:spChg chg="mod topLvl">
          <ac:chgData name="Kyle Hill" userId="edc571f3-830c-4de6-92f0-df752491c80c" providerId="ADAL" clId="{15246814-D87E-4EC0-8965-2E24E6249C03}" dt="2020-06-03T08:55:29.801" v="111" actId="164"/>
          <ac:spMkLst>
            <pc:docMk/>
            <pc:sldMk cId="1413932882" sldId="4060"/>
            <ac:spMk id="115" creationId="{E5EDC73B-5751-4871-985C-608C3F4515D8}"/>
          </ac:spMkLst>
        </pc:spChg>
        <pc:spChg chg="mod topLvl">
          <ac:chgData name="Kyle Hill" userId="edc571f3-830c-4de6-92f0-df752491c80c" providerId="ADAL" clId="{15246814-D87E-4EC0-8965-2E24E6249C03}" dt="2020-06-03T08:55:29.801" v="111" actId="164"/>
          <ac:spMkLst>
            <pc:docMk/>
            <pc:sldMk cId="1413932882" sldId="4060"/>
            <ac:spMk id="116" creationId="{0632A193-1E28-4D15-8516-B4CF996790A5}"/>
          </ac:spMkLst>
        </pc:spChg>
        <pc:spChg chg="mod topLvl">
          <ac:chgData name="Kyle Hill" userId="edc571f3-830c-4de6-92f0-df752491c80c" providerId="ADAL" clId="{15246814-D87E-4EC0-8965-2E24E6249C03}" dt="2020-06-03T08:55:29.801" v="111" actId="164"/>
          <ac:spMkLst>
            <pc:docMk/>
            <pc:sldMk cId="1413932882" sldId="4060"/>
            <ac:spMk id="117" creationId="{CD0F4F2E-8C37-4C59-8376-7E99CE856D71}"/>
          </ac:spMkLst>
        </pc:spChg>
        <pc:spChg chg="mod topLvl">
          <ac:chgData name="Kyle Hill" userId="edc571f3-830c-4de6-92f0-df752491c80c" providerId="ADAL" clId="{15246814-D87E-4EC0-8965-2E24E6249C03}" dt="2020-06-03T08:55:29.801" v="111" actId="164"/>
          <ac:spMkLst>
            <pc:docMk/>
            <pc:sldMk cId="1413932882" sldId="4060"/>
            <ac:spMk id="118" creationId="{64B7B514-8A8D-4637-A9F8-D961B3EB8886}"/>
          </ac:spMkLst>
        </pc:spChg>
        <pc:spChg chg="mod topLvl">
          <ac:chgData name="Kyle Hill" userId="edc571f3-830c-4de6-92f0-df752491c80c" providerId="ADAL" clId="{15246814-D87E-4EC0-8965-2E24E6249C03}" dt="2020-06-03T08:53:55.769" v="91" actId="164"/>
          <ac:spMkLst>
            <pc:docMk/>
            <pc:sldMk cId="1413932882" sldId="4060"/>
            <ac:spMk id="127" creationId="{E25EB603-4ABB-42CD-AEE5-D00C6B8A5554}"/>
          </ac:spMkLst>
        </pc:spChg>
        <pc:spChg chg="add del mod topLvl">
          <ac:chgData name="Kyle Hill" userId="edc571f3-830c-4de6-92f0-df752491c80c" providerId="ADAL" clId="{15246814-D87E-4EC0-8965-2E24E6249C03}" dt="2020-06-03T09:36:37.052" v="560"/>
          <ac:spMkLst>
            <pc:docMk/>
            <pc:sldMk cId="1413932882" sldId="4060"/>
            <ac:spMk id="129" creationId="{B1E556B7-0FFF-48A6-80F4-523B488CB4CB}"/>
          </ac:spMkLst>
        </pc:spChg>
        <pc:spChg chg="mod">
          <ac:chgData name="Kyle Hill" userId="edc571f3-830c-4de6-92f0-df752491c80c" providerId="ADAL" clId="{15246814-D87E-4EC0-8965-2E24E6249C03}" dt="2020-06-03T08:52:20.732" v="76" actId="1076"/>
          <ac:spMkLst>
            <pc:docMk/>
            <pc:sldMk cId="1413932882" sldId="4060"/>
            <ac:spMk id="149" creationId="{C1BE878B-2951-41FD-8FF1-B95ADBC24E97}"/>
          </ac:spMkLst>
        </pc:spChg>
        <pc:spChg chg="mod">
          <ac:chgData name="Kyle Hill" userId="edc571f3-830c-4de6-92f0-df752491c80c" providerId="ADAL" clId="{15246814-D87E-4EC0-8965-2E24E6249C03}" dt="2020-06-03T09:10:02.133" v="175" actId="1076"/>
          <ac:spMkLst>
            <pc:docMk/>
            <pc:sldMk cId="1413932882" sldId="4060"/>
            <ac:spMk id="192" creationId="{E8ED94D6-7FA8-4423-BF91-671BEFD3C46B}"/>
          </ac:spMkLst>
        </pc:spChg>
        <pc:grpChg chg="add del">
          <ac:chgData name="Kyle Hill" userId="edc571f3-830c-4de6-92f0-df752491c80c" providerId="ADAL" clId="{15246814-D87E-4EC0-8965-2E24E6249C03}" dt="2020-06-03T08:50:58.123" v="17"/>
          <ac:grpSpMkLst>
            <pc:docMk/>
            <pc:sldMk cId="1413932882" sldId="4060"/>
            <ac:grpSpMk id="5" creationId="{CBB13844-36BB-4E61-BBF1-6160E6887380}"/>
          </ac:grpSpMkLst>
        </pc:grpChg>
        <pc:grpChg chg="add del">
          <ac:chgData name="Kyle Hill" userId="edc571f3-830c-4de6-92f0-df752491c80c" providerId="ADAL" clId="{15246814-D87E-4EC0-8965-2E24E6249C03}" dt="2020-06-03T08:50:58.123" v="17"/>
          <ac:grpSpMkLst>
            <pc:docMk/>
            <pc:sldMk cId="1413932882" sldId="4060"/>
            <ac:grpSpMk id="101" creationId="{126B723D-8234-4FA0-9DD7-97B296D5BD49}"/>
          </ac:grpSpMkLst>
        </pc:grpChg>
        <pc:grpChg chg="add del mod">
          <ac:chgData name="Kyle Hill" userId="edc571f3-830c-4de6-92f0-df752491c80c" providerId="ADAL" clId="{15246814-D87E-4EC0-8965-2E24E6249C03}" dt="2020-06-03T08:52:44.455" v="78" actId="165"/>
          <ac:grpSpMkLst>
            <pc:docMk/>
            <pc:sldMk cId="1413932882" sldId="4060"/>
            <ac:grpSpMk id="104" creationId="{A6D2A3FA-740F-460F-B128-4955F22669C5}"/>
          </ac:grpSpMkLst>
        </pc:grpChg>
        <pc:grpChg chg="mod topLvl">
          <ac:chgData name="Kyle Hill" userId="edc571f3-830c-4de6-92f0-df752491c80c" providerId="ADAL" clId="{15246814-D87E-4EC0-8965-2E24E6249C03}" dt="2020-06-03T08:55:32.081" v="113" actId="1076"/>
          <ac:grpSpMkLst>
            <pc:docMk/>
            <pc:sldMk cId="1413932882" sldId="4060"/>
            <ac:grpSpMk id="106" creationId="{2B1CBC9D-5D65-4279-B068-79FC1CDCDAEC}"/>
          </ac:grpSpMkLst>
        </pc:grpChg>
        <pc:grpChg chg="mod topLvl">
          <ac:chgData name="Kyle Hill" userId="edc571f3-830c-4de6-92f0-df752491c80c" providerId="ADAL" clId="{15246814-D87E-4EC0-8965-2E24E6249C03}" dt="2020-06-03T08:55:32.081" v="113" actId="1076"/>
          <ac:grpSpMkLst>
            <pc:docMk/>
            <pc:sldMk cId="1413932882" sldId="4060"/>
            <ac:grpSpMk id="119" creationId="{7754AEC1-5E14-4681-BE72-7514D51A4AF5}"/>
          </ac:grpSpMkLst>
        </pc:grpChg>
        <pc:grpChg chg="mod topLvl">
          <ac:chgData name="Kyle Hill" userId="edc571f3-830c-4de6-92f0-df752491c80c" providerId="ADAL" clId="{15246814-D87E-4EC0-8965-2E24E6249C03}" dt="2020-06-03T08:55:32.081" v="113" actId="1076"/>
          <ac:grpSpMkLst>
            <pc:docMk/>
            <pc:sldMk cId="1413932882" sldId="4060"/>
            <ac:grpSpMk id="120" creationId="{C375A1B5-00A2-4C8D-B061-5BB27398CF5A}"/>
          </ac:grpSpMkLst>
        </pc:grpChg>
        <pc:grpChg chg="mod topLvl">
          <ac:chgData name="Kyle Hill" userId="edc571f3-830c-4de6-92f0-df752491c80c" providerId="ADAL" clId="{15246814-D87E-4EC0-8965-2E24E6249C03}" dt="2020-06-03T08:55:32.081" v="113" actId="1076"/>
          <ac:grpSpMkLst>
            <pc:docMk/>
            <pc:sldMk cId="1413932882" sldId="4060"/>
            <ac:grpSpMk id="121" creationId="{A24BB441-7D18-45F1-840E-73091C1DD1D5}"/>
          </ac:grpSpMkLst>
        </pc:grpChg>
        <pc:grpChg chg="mod topLvl">
          <ac:chgData name="Kyle Hill" userId="edc571f3-830c-4de6-92f0-df752491c80c" providerId="ADAL" clId="{15246814-D87E-4EC0-8965-2E24E6249C03}" dt="2020-06-03T08:55:32.081" v="113" actId="1076"/>
          <ac:grpSpMkLst>
            <pc:docMk/>
            <pc:sldMk cId="1413932882" sldId="4060"/>
            <ac:grpSpMk id="122" creationId="{3E25AFB5-FAE9-4C79-9D94-E138C0719E65}"/>
          </ac:grpSpMkLst>
        </pc:grpChg>
        <pc:grpChg chg="mod topLvl">
          <ac:chgData name="Kyle Hill" userId="edc571f3-830c-4de6-92f0-df752491c80c" providerId="ADAL" clId="{15246814-D87E-4EC0-8965-2E24E6249C03}" dt="2020-06-03T08:55:32.081" v="113" actId="1076"/>
          <ac:grpSpMkLst>
            <pc:docMk/>
            <pc:sldMk cId="1413932882" sldId="4060"/>
            <ac:grpSpMk id="123" creationId="{F7E94688-D986-42CB-9244-51037177D0A3}"/>
          </ac:grpSpMkLst>
        </pc:grpChg>
        <pc:grpChg chg="mod topLvl">
          <ac:chgData name="Kyle Hill" userId="edc571f3-830c-4de6-92f0-df752491c80c" providerId="ADAL" clId="{15246814-D87E-4EC0-8965-2E24E6249C03}" dt="2020-06-03T08:55:32.081" v="113" actId="1076"/>
          <ac:grpSpMkLst>
            <pc:docMk/>
            <pc:sldMk cId="1413932882" sldId="4060"/>
            <ac:grpSpMk id="124" creationId="{4F5F878E-988A-49B5-BD5F-7B151B1E93F9}"/>
          </ac:grpSpMkLst>
        </pc:grpChg>
        <pc:grpChg chg="mod topLvl">
          <ac:chgData name="Kyle Hill" userId="edc571f3-830c-4de6-92f0-df752491c80c" providerId="ADAL" clId="{15246814-D87E-4EC0-8965-2E24E6249C03}" dt="2020-06-03T08:55:32.081" v="113" actId="1076"/>
          <ac:grpSpMkLst>
            <pc:docMk/>
            <pc:sldMk cId="1413932882" sldId="4060"/>
            <ac:grpSpMk id="125" creationId="{05F9D5CC-4FAA-4E7F-AB72-83DB79845070}"/>
          </ac:grpSpMkLst>
        </pc:grpChg>
        <pc:grpChg chg="mod topLvl">
          <ac:chgData name="Kyle Hill" userId="edc571f3-830c-4de6-92f0-df752491c80c" providerId="ADAL" clId="{15246814-D87E-4EC0-8965-2E24E6249C03}" dt="2020-06-03T08:55:32.081" v="113" actId="1076"/>
          <ac:grpSpMkLst>
            <pc:docMk/>
            <pc:sldMk cId="1413932882" sldId="4060"/>
            <ac:grpSpMk id="126" creationId="{2B52E8BF-770D-4003-A421-0B2DFCB3344B}"/>
          </ac:grpSpMkLst>
        </pc:grpChg>
        <pc:grpChg chg="mod topLvl">
          <ac:chgData name="Kyle Hill" userId="edc571f3-830c-4de6-92f0-df752491c80c" providerId="ADAL" clId="{15246814-D87E-4EC0-8965-2E24E6249C03}" dt="2020-06-03T08:53:55.769" v="91" actId="164"/>
          <ac:grpSpMkLst>
            <pc:docMk/>
            <pc:sldMk cId="1413932882" sldId="4060"/>
            <ac:grpSpMk id="128" creationId="{AE2FFF8F-FF5B-44FE-AA11-058422A63B8C}"/>
          </ac:grpSpMkLst>
        </pc:grpChg>
        <pc:grpChg chg="mod topLvl">
          <ac:chgData name="Kyle Hill" userId="edc571f3-830c-4de6-92f0-df752491c80c" providerId="ADAL" clId="{15246814-D87E-4EC0-8965-2E24E6249C03}" dt="2020-06-03T09:36:37.052" v="560"/>
          <ac:grpSpMkLst>
            <pc:docMk/>
            <pc:sldMk cId="1413932882" sldId="4060"/>
            <ac:grpSpMk id="130" creationId="{E01F311E-F57A-49A7-B239-4AFD18C35AFF}"/>
          </ac:grpSpMkLst>
        </pc:grpChg>
        <pc:grpChg chg="mod">
          <ac:chgData name="Kyle Hill" userId="edc571f3-830c-4de6-92f0-df752491c80c" providerId="ADAL" clId="{15246814-D87E-4EC0-8965-2E24E6249C03}" dt="2020-06-03T08:53:44.129" v="87" actId="1076"/>
          <ac:grpSpMkLst>
            <pc:docMk/>
            <pc:sldMk cId="1413932882" sldId="4060"/>
            <ac:grpSpMk id="153" creationId="{4BD5B508-69A1-487F-88A8-0847982400DD}"/>
          </ac:grpSpMkLst>
        </pc:grpChg>
        <pc:grpChg chg="mod">
          <ac:chgData name="Kyle Hill" userId="edc571f3-830c-4de6-92f0-df752491c80c" providerId="ADAL" clId="{15246814-D87E-4EC0-8965-2E24E6249C03}" dt="2020-06-03T08:53:44.129" v="87" actId="1076"/>
          <ac:grpSpMkLst>
            <pc:docMk/>
            <pc:sldMk cId="1413932882" sldId="4060"/>
            <ac:grpSpMk id="154" creationId="{66539561-D038-48CD-AEC5-9AA6204BB029}"/>
          </ac:grpSpMkLst>
        </pc:grpChg>
        <pc:grpChg chg="mod">
          <ac:chgData name="Kyle Hill" userId="edc571f3-830c-4de6-92f0-df752491c80c" providerId="ADAL" clId="{15246814-D87E-4EC0-8965-2E24E6249C03}" dt="2020-06-03T08:53:44.129" v="87" actId="1076"/>
          <ac:grpSpMkLst>
            <pc:docMk/>
            <pc:sldMk cId="1413932882" sldId="4060"/>
            <ac:grpSpMk id="157" creationId="{D7AEB681-6C33-452D-AF47-60EB3B8785DF}"/>
          </ac:grpSpMkLst>
        </pc:grpChg>
        <pc:grpChg chg="mod">
          <ac:chgData name="Kyle Hill" userId="edc571f3-830c-4de6-92f0-df752491c80c" providerId="ADAL" clId="{15246814-D87E-4EC0-8965-2E24E6249C03}" dt="2020-06-03T08:53:44.129" v="87" actId="1076"/>
          <ac:grpSpMkLst>
            <pc:docMk/>
            <pc:sldMk cId="1413932882" sldId="4060"/>
            <ac:grpSpMk id="158" creationId="{D961CDBD-593B-4DF8-87CC-476FA1BFF9DC}"/>
          </ac:grpSpMkLst>
        </pc:grpChg>
        <pc:grpChg chg="mod">
          <ac:chgData name="Kyle Hill" userId="edc571f3-830c-4de6-92f0-df752491c80c" providerId="ADAL" clId="{15246814-D87E-4EC0-8965-2E24E6249C03}" dt="2020-06-03T08:55:32.081" v="113" actId="1076"/>
          <ac:grpSpMkLst>
            <pc:docMk/>
            <pc:sldMk cId="1413932882" sldId="4060"/>
            <ac:grpSpMk id="186" creationId="{756C4514-54D2-4585-82FD-2A52C4E6ADE0}"/>
          </ac:grpSpMkLst>
        </pc:grpChg>
        <pc:grpChg chg="add mod topLvl">
          <ac:chgData name="Kyle Hill" userId="edc571f3-830c-4de6-92f0-df752491c80c" providerId="ADAL" clId="{15246814-D87E-4EC0-8965-2E24E6249C03}" dt="2020-06-03T08:55:32.081" v="113" actId="1076"/>
          <ac:grpSpMkLst>
            <pc:docMk/>
            <pc:sldMk cId="1413932882" sldId="4060"/>
            <ac:grpSpMk id="200" creationId="{2097E31A-6341-44F9-A0E2-44C1E595BEEF}"/>
          </ac:grpSpMkLst>
        </pc:grpChg>
        <pc:grpChg chg="add del mod">
          <ac:chgData name="Kyle Hill" userId="edc571f3-830c-4de6-92f0-df752491c80c" providerId="ADAL" clId="{15246814-D87E-4EC0-8965-2E24E6249C03}" dt="2020-06-03T09:36:37.052" v="560"/>
          <ac:grpSpMkLst>
            <pc:docMk/>
            <pc:sldMk cId="1413932882" sldId="4060"/>
            <ac:grpSpMk id="203" creationId="{E66ACF00-98E0-4FB3-94CD-AAD87F41F615}"/>
          </ac:grpSpMkLst>
        </pc:grpChg>
        <pc:grpChg chg="add mod">
          <ac:chgData name="Kyle Hill" userId="edc571f3-830c-4de6-92f0-df752491c80c" providerId="ADAL" clId="{15246814-D87E-4EC0-8965-2E24E6249C03}" dt="2020-06-03T08:57:46.135" v="130" actId="207"/>
          <ac:grpSpMkLst>
            <pc:docMk/>
            <pc:sldMk cId="1413932882" sldId="4060"/>
            <ac:grpSpMk id="204" creationId="{584BF348-3682-4FB0-9816-6E1B4FB32D22}"/>
          </ac:grpSpMkLst>
        </pc:grpChg>
        <pc:grpChg chg="add del mod">
          <ac:chgData name="Kyle Hill" userId="edc571f3-830c-4de6-92f0-df752491c80c" providerId="ADAL" clId="{15246814-D87E-4EC0-8965-2E24E6249C03}" dt="2020-06-03T08:55:26.376" v="110" actId="165"/>
          <ac:grpSpMkLst>
            <pc:docMk/>
            <pc:sldMk cId="1413932882" sldId="4060"/>
            <ac:grpSpMk id="207" creationId="{8844D8D8-B200-4229-BA55-2EA9B1CCF007}"/>
          </ac:grpSpMkLst>
        </pc:grpChg>
        <pc:grpChg chg="add mod">
          <ac:chgData name="Kyle Hill" userId="edc571f3-830c-4de6-92f0-df752491c80c" providerId="ADAL" clId="{15246814-D87E-4EC0-8965-2E24E6249C03}" dt="2020-06-03T08:57:46.135" v="130" actId="207"/>
          <ac:grpSpMkLst>
            <pc:docMk/>
            <pc:sldMk cId="1413932882" sldId="4060"/>
            <ac:grpSpMk id="208" creationId="{F7A6F54E-97C6-4CAA-A5F9-C54BC4578E0A}"/>
          </ac:grpSpMkLst>
        </pc:grpChg>
        <pc:cxnChg chg="mod topLvl">
          <ac:chgData name="Kyle Hill" userId="edc571f3-830c-4de6-92f0-df752491c80c" providerId="ADAL" clId="{15246814-D87E-4EC0-8965-2E24E6249C03}" dt="2020-06-03T08:57:46.135" v="130" actId="207"/>
          <ac:cxnSpMkLst>
            <pc:docMk/>
            <pc:sldMk cId="1413932882" sldId="4060"/>
            <ac:cxnSpMk id="109" creationId="{4C90D9C5-9DAE-411B-B335-C10BCEF108DF}"/>
          </ac:cxnSpMkLst>
        </pc:cxnChg>
        <pc:cxnChg chg="mod ord topLvl">
          <ac:chgData name="Kyle Hill" userId="edc571f3-830c-4de6-92f0-df752491c80c" providerId="ADAL" clId="{15246814-D87E-4EC0-8965-2E24E6249C03}" dt="2020-06-03T08:57:46.135" v="130" actId="207"/>
          <ac:cxnSpMkLst>
            <pc:docMk/>
            <pc:sldMk cId="1413932882" sldId="4060"/>
            <ac:cxnSpMk id="110" creationId="{0853BB5E-18BF-4144-9A57-6C2A6668319D}"/>
          </ac:cxnSpMkLst>
        </pc:cxnChg>
      </pc:sldChg>
      <pc:sldChg chg="addSp delSp modSp add setBg modNotesTx">
        <pc:chgData name="Kyle Hill" userId="edc571f3-830c-4de6-92f0-df752491c80c" providerId="ADAL" clId="{15246814-D87E-4EC0-8965-2E24E6249C03}" dt="2020-06-03T10:30:59.619" v="1862" actId="20577"/>
        <pc:sldMkLst>
          <pc:docMk/>
          <pc:sldMk cId="2334616988" sldId="4061"/>
        </pc:sldMkLst>
        <pc:spChg chg="add del mod">
          <ac:chgData name="Kyle Hill" userId="edc571f3-830c-4de6-92f0-df752491c80c" providerId="ADAL" clId="{15246814-D87E-4EC0-8965-2E24E6249C03}" dt="2020-06-03T09:44:12.048" v="679"/>
          <ac:spMkLst>
            <pc:docMk/>
            <pc:sldMk cId="2334616988" sldId="4061"/>
            <ac:spMk id="2" creationId="{BB758A74-B007-488F-BF89-CA51A2F254C9}"/>
          </ac:spMkLst>
        </pc:spChg>
        <pc:spChg chg="mod">
          <ac:chgData name="Kyle Hill" userId="edc571f3-830c-4de6-92f0-df752491c80c" providerId="ADAL" clId="{15246814-D87E-4EC0-8965-2E24E6249C03}" dt="2020-06-03T09:32:46.875" v="508" actId="207"/>
          <ac:spMkLst>
            <pc:docMk/>
            <pc:sldMk cId="2334616988" sldId="4061"/>
            <ac:spMk id="3" creationId="{F9D37695-F3C3-064B-872B-E0C2A5DD0A0E}"/>
          </ac:spMkLst>
        </pc:spChg>
        <pc:spChg chg="add mod">
          <ac:chgData name="Kyle Hill" userId="edc571f3-830c-4de6-92f0-df752491c80c" providerId="ADAL" clId="{15246814-D87E-4EC0-8965-2E24E6249C03}" dt="2020-06-03T09:46:23.882" v="752" actId="14100"/>
          <ac:spMkLst>
            <pc:docMk/>
            <pc:sldMk cId="2334616988" sldId="4061"/>
            <ac:spMk id="5" creationId="{CE34474B-9E3C-4D9D-8310-10DF722DFD86}"/>
          </ac:spMkLst>
        </pc:spChg>
        <pc:spChg chg="mod">
          <ac:chgData name="Kyle Hill" userId="edc571f3-830c-4de6-92f0-df752491c80c" providerId="ADAL" clId="{15246814-D87E-4EC0-8965-2E24E6249C03}" dt="2020-06-03T08:58:46.610" v="137" actId="208"/>
          <ac:spMkLst>
            <pc:docMk/>
            <pc:sldMk cId="2334616988" sldId="4061"/>
            <ac:spMk id="105" creationId="{30AEBF78-3B05-458B-8206-39CE67AFD3F7}"/>
          </ac:spMkLst>
        </pc:spChg>
        <pc:spChg chg="mod">
          <ac:chgData name="Kyle Hill" userId="edc571f3-830c-4de6-92f0-df752491c80c" providerId="ADAL" clId="{15246814-D87E-4EC0-8965-2E24E6249C03}" dt="2020-06-03T10:30:59.619" v="1862" actId="20577"/>
          <ac:spMkLst>
            <pc:docMk/>
            <pc:sldMk cId="2334616988" sldId="4061"/>
            <ac:spMk id="107" creationId="{6216B21F-CEFA-4935-949F-F663A174CDDC}"/>
          </ac:spMkLst>
        </pc:spChg>
        <pc:spChg chg="mod ord">
          <ac:chgData name="Kyle Hill" userId="edc571f3-830c-4de6-92f0-df752491c80c" providerId="ADAL" clId="{15246814-D87E-4EC0-8965-2E24E6249C03}" dt="2020-06-03T10:30:48.261" v="1859" actId="13926"/>
          <ac:spMkLst>
            <pc:docMk/>
            <pc:sldMk cId="2334616988" sldId="4061"/>
            <ac:spMk id="108" creationId="{D9401D85-745A-453B-83E3-1D480BD0ABC3}"/>
          </ac:spMkLst>
        </pc:spChg>
        <pc:spChg chg="mod">
          <ac:chgData name="Kyle Hill" userId="edc571f3-830c-4de6-92f0-df752491c80c" providerId="ADAL" clId="{15246814-D87E-4EC0-8965-2E24E6249C03}" dt="2020-06-03T09:01:12.508" v="156" actId="166"/>
          <ac:spMkLst>
            <pc:docMk/>
            <pc:sldMk cId="2334616988" sldId="4061"/>
            <ac:spMk id="111" creationId="{8B438961-CF17-40ED-A87D-EBD93635E3C2}"/>
          </ac:spMkLst>
        </pc:spChg>
        <pc:spChg chg="mod">
          <ac:chgData name="Kyle Hill" userId="edc571f3-830c-4de6-92f0-df752491c80c" providerId="ADAL" clId="{15246814-D87E-4EC0-8965-2E24E6249C03}" dt="2020-06-03T09:45:47.171" v="749" actId="20577"/>
          <ac:spMkLst>
            <pc:docMk/>
            <pc:sldMk cId="2334616988" sldId="4061"/>
            <ac:spMk id="113" creationId="{E60D198B-0280-4707-9D31-2A2719ABE8A0}"/>
          </ac:spMkLst>
        </pc:spChg>
        <pc:spChg chg="mod">
          <ac:chgData name="Kyle Hill" userId="edc571f3-830c-4de6-92f0-df752491c80c" providerId="ADAL" clId="{15246814-D87E-4EC0-8965-2E24E6249C03}" dt="2020-06-03T09:45:47.888" v="750" actId="1037"/>
          <ac:spMkLst>
            <pc:docMk/>
            <pc:sldMk cId="2334616988" sldId="4061"/>
            <ac:spMk id="118" creationId="{64B7B514-8A8D-4637-A9F8-D961B3EB8886}"/>
          </ac:spMkLst>
        </pc:spChg>
        <pc:spChg chg="mod ord topLvl">
          <ac:chgData name="Kyle Hill" userId="edc571f3-830c-4de6-92f0-df752491c80c" providerId="ADAL" clId="{15246814-D87E-4EC0-8965-2E24E6249C03}" dt="2020-06-03T09:38:17.303" v="580" actId="208"/>
          <ac:spMkLst>
            <pc:docMk/>
            <pc:sldMk cId="2334616988" sldId="4061"/>
            <ac:spMk id="127" creationId="{E25EB603-4ABB-42CD-AEE5-D00C6B8A5554}"/>
          </ac:spMkLst>
        </pc:spChg>
        <pc:spChg chg="add del mod ord topLvl">
          <ac:chgData name="Kyle Hill" userId="edc571f3-830c-4de6-92f0-df752491c80c" providerId="ADAL" clId="{15246814-D87E-4EC0-8965-2E24E6249C03}" dt="2020-06-03T09:37:17.558" v="569" actId="208"/>
          <ac:spMkLst>
            <pc:docMk/>
            <pc:sldMk cId="2334616988" sldId="4061"/>
            <ac:spMk id="129" creationId="{B1E556B7-0FFF-48A6-80F4-523B488CB4CB}"/>
          </ac:spMkLst>
        </pc:spChg>
        <pc:spChg chg="mod">
          <ac:chgData name="Kyle Hill" userId="edc571f3-830c-4de6-92f0-df752491c80c" providerId="ADAL" clId="{15246814-D87E-4EC0-8965-2E24E6249C03}" dt="2020-06-03T09:37:34.588" v="570" actId="207"/>
          <ac:spMkLst>
            <pc:docMk/>
            <pc:sldMk cId="2334616988" sldId="4061"/>
            <ac:spMk id="155" creationId="{1E0437A3-3A97-4183-A065-761E6980436E}"/>
          </ac:spMkLst>
        </pc:spChg>
        <pc:spChg chg="mod">
          <ac:chgData name="Kyle Hill" userId="edc571f3-830c-4de6-92f0-df752491c80c" providerId="ADAL" clId="{15246814-D87E-4EC0-8965-2E24E6249C03}" dt="2020-06-03T09:37:40.056" v="571" actId="207"/>
          <ac:spMkLst>
            <pc:docMk/>
            <pc:sldMk cId="2334616988" sldId="4061"/>
            <ac:spMk id="156" creationId="{3DBE6205-677A-4C0F-BCE4-FE167FFFF878}"/>
          </ac:spMkLst>
        </pc:spChg>
        <pc:spChg chg="mod">
          <ac:chgData name="Kyle Hill" userId="edc571f3-830c-4de6-92f0-df752491c80c" providerId="ADAL" clId="{15246814-D87E-4EC0-8965-2E24E6249C03}" dt="2020-06-03T09:37:56.135" v="575" actId="207"/>
          <ac:spMkLst>
            <pc:docMk/>
            <pc:sldMk cId="2334616988" sldId="4061"/>
            <ac:spMk id="159" creationId="{6E69581F-4135-41FB-A2C4-20F140AC1FCC}"/>
          </ac:spMkLst>
        </pc:spChg>
        <pc:spChg chg="mod">
          <ac:chgData name="Kyle Hill" userId="edc571f3-830c-4de6-92f0-df752491c80c" providerId="ADAL" clId="{15246814-D87E-4EC0-8965-2E24E6249C03}" dt="2020-06-03T09:38:03.224" v="577" actId="207"/>
          <ac:spMkLst>
            <pc:docMk/>
            <pc:sldMk cId="2334616988" sldId="4061"/>
            <ac:spMk id="161" creationId="{3F2A209A-B045-4BD8-A890-76BA268006E8}"/>
          </ac:spMkLst>
        </pc:spChg>
        <pc:spChg chg="mod">
          <ac:chgData name="Kyle Hill" userId="edc571f3-830c-4de6-92f0-df752491c80c" providerId="ADAL" clId="{15246814-D87E-4EC0-8965-2E24E6249C03}" dt="2020-06-03T09:38:08.505" v="578" actId="207"/>
          <ac:spMkLst>
            <pc:docMk/>
            <pc:sldMk cId="2334616988" sldId="4061"/>
            <ac:spMk id="162" creationId="{100C1F1D-1D36-425C-8F48-091CDC40E57B}"/>
          </ac:spMkLst>
        </pc:spChg>
        <pc:spChg chg="mod">
          <ac:chgData name="Kyle Hill" userId="edc571f3-830c-4de6-92f0-df752491c80c" providerId="ADAL" clId="{15246814-D87E-4EC0-8965-2E24E6249C03}" dt="2020-06-03T09:37:52.845" v="574" actId="207"/>
          <ac:spMkLst>
            <pc:docMk/>
            <pc:sldMk cId="2334616988" sldId="4061"/>
            <ac:spMk id="163" creationId="{097DA487-4004-4019-B16E-0B128853793F}"/>
          </ac:spMkLst>
        </pc:spChg>
        <pc:spChg chg="mod">
          <ac:chgData name="Kyle Hill" userId="edc571f3-830c-4de6-92f0-df752491c80c" providerId="ADAL" clId="{15246814-D87E-4EC0-8965-2E24E6249C03}" dt="2020-06-03T09:37:49.971" v="573" actId="207"/>
          <ac:spMkLst>
            <pc:docMk/>
            <pc:sldMk cId="2334616988" sldId="4061"/>
            <ac:spMk id="164" creationId="{14FB03B5-0F15-4AFD-AB49-3D2D54478A64}"/>
          </ac:spMkLst>
        </pc:spChg>
        <pc:spChg chg="mod">
          <ac:chgData name="Kyle Hill" userId="edc571f3-830c-4de6-92f0-df752491c80c" providerId="ADAL" clId="{15246814-D87E-4EC0-8965-2E24E6249C03}" dt="2020-06-03T09:38:00.129" v="576" actId="207"/>
          <ac:spMkLst>
            <pc:docMk/>
            <pc:sldMk cId="2334616988" sldId="4061"/>
            <ac:spMk id="165" creationId="{5228A41D-FC7F-4CB6-A301-6CEB4FD7AAB7}"/>
          </ac:spMkLst>
        </pc:spChg>
        <pc:spChg chg="mod">
          <ac:chgData name="Kyle Hill" userId="edc571f3-830c-4de6-92f0-df752491c80c" providerId="ADAL" clId="{15246814-D87E-4EC0-8965-2E24E6249C03}" dt="2020-06-03T09:37:45.594" v="572" actId="207"/>
          <ac:spMkLst>
            <pc:docMk/>
            <pc:sldMk cId="2334616988" sldId="4061"/>
            <ac:spMk id="166" creationId="{BC03E558-4A13-460D-9692-F7BFCB51C391}"/>
          </ac:spMkLst>
        </pc:spChg>
        <pc:spChg chg="mod">
          <ac:chgData name="Kyle Hill" userId="edc571f3-830c-4de6-92f0-df752491c80c" providerId="ADAL" clId="{15246814-D87E-4EC0-8965-2E24E6249C03}" dt="2020-06-03T09:22:13.047" v="398" actId="208"/>
          <ac:spMkLst>
            <pc:docMk/>
            <pc:sldMk cId="2334616988" sldId="4061"/>
            <ac:spMk id="167" creationId="{37F86F60-5392-4FA1-991D-A3116C91C7A2}"/>
          </ac:spMkLst>
        </pc:spChg>
        <pc:spChg chg="mod">
          <ac:chgData name="Kyle Hill" userId="edc571f3-830c-4de6-92f0-df752491c80c" providerId="ADAL" clId="{15246814-D87E-4EC0-8965-2E24E6249C03}" dt="2020-06-03T09:22:22.032" v="399" actId="207"/>
          <ac:spMkLst>
            <pc:docMk/>
            <pc:sldMk cId="2334616988" sldId="4061"/>
            <ac:spMk id="168" creationId="{DA6FBFD7-4A2A-47F1-A07C-BAA6C1DAD17C}"/>
          </ac:spMkLst>
        </pc:spChg>
        <pc:spChg chg="mod">
          <ac:chgData name="Kyle Hill" userId="edc571f3-830c-4de6-92f0-df752491c80c" providerId="ADAL" clId="{15246814-D87E-4EC0-8965-2E24E6249C03}" dt="2020-06-03T09:21:43.816" v="392" actId="207"/>
          <ac:spMkLst>
            <pc:docMk/>
            <pc:sldMk cId="2334616988" sldId="4061"/>
            <ac:spMk id="169" creationId="{0EA2FEDE-FF4A-44E0-95E6-3B7D19B3E24E}"/>
          </ac:spMkLst>
        </pc:spChg>
        <pc:spChg chg="mod">
          <ac:chgData name="Kyle Hill" userId="edc571f3-830c-4de6-92f0-df752491c80c" providerId="ADAL" clId="{15246814-D87E-4EC0-8965-2E24E6249C03}" dt="2020-06-03T09:21:54.278" v="393" actId="207"/>
          <ac:spMkLst>
            <pc:docMk/>
            <pc:sldMk cId="2334616988" sldId="4061"/>
            <ac:spMk id="170" creationId="{E895C008-72BC-4D86-BE16-A49AA4C5B482}"/>
          </ac:spMkLst>
        </pc:spChg>
        <pc:spChg chg="mod">
          <ac:chgData name="Kyle Hill" userId="edc571f3-830c-4de6-92f0-df752491c80c" providerId="ADAL" clId="{15246814-D87E-4EC0-8965-2E24E6249C03}" dt="2020-06-03T09:18:29.422" v="363" actId="207"/>
          <ac:spMkLst>
            <pc:docMk/>
            <pc:sldMk cId="2334616988" sldId="4061"/>
            <ac:spMk id="171" creationId="{44D9D074-0D12-4BD1-81A2-C84846091500}"/>
          </ac:spMkLst>
        </pc:spChg>
        <pc:spChg chg="mod">
          <ac:chgData name="Kyle Hill" userId="edc571f3-830c-4de6-92f0-df752491c80c" providerId="ADAL" clId="{15246814-D87E-4EC0-8965-2E24E6249C03}" dt="2020-06-03T09:18:46.724" v="365" actId="208"/>
          <ac:spMkLst>
            <pc:docMk/>
            <pc:sldMk cId="2334616988" sldId="4061"/>
            <ac:spMk id="172" creationId="{113286E0-A473-42BE-8800-FE343D5C6E70}"/>
          </ac:spMkLst>
        </pc:spChg>
        <pc:spChg chg="mod">
          <ac:chgData name="Kyle Hill" userId="edc571f3-830c-4de6-92f0-df752491c80c" providerId="ADAL" clId="{15246814-D87E-4EC0-8965-2E24E6249C03}" dt="2020-06-03T09:18:10.534" v="360" actId="207"/>
          <ac:spMkLst>
            <pc:docMk/>
            <pc:sldMk cId="2334616988" sldId="4061"/>
            <ac:spMk id="175" creationId="{9AC68987-2125-44B7-9C3B-71DC26FDA3B9}"/>
          </ac:spMkLst>
        </pc:spChg>
        <pc:spChg chg="mod">
          <ac:chgData name="Kyle Hill" userId="edc571f3-830c-4de6-92f0-df752491c80c" providerId="ADAL" clId="{15246814-D87E-4EC0-8965-2E24E6249C03}" dt="2020-06-03T09:18:15.595" v="361" actId="207"/>
          <ac:spMkLst>
            <pc:docMk/>
            <pc:sldMk cId="2334616988" sldId="4061"/>
            <ac:spMk id="176" creationId="{530FB58B-7358-44EF-8011-9684EEAA5919}"/>
          </ac:spMkLst>
        </pc:spChg>
        <pc:spChg chg="mod">
          <ac:chgData name="Kyle Hill" userId="edc571f3-830c-4de6-92f0-df752491c80c" providerId="ADAL" clId="{15246814-D87E-4EC0-8965-2E24E6249C03}" dt="2020-06-03T09:17:42.179" v="355" actId="207"/>
          <ac:spMkLst>
            <pc:docMk/>
            <pc:sldMk cId="2334616988" sldId="4061"/>
            <ac:spMk id="177" creationId="{6A4BEC62-9495-46D8-9E8C-96F882FF4157}"/>
          </ac:spMkLst>
        </pc:spChg>
        <pc:spChg chg="mod">
          <ac:chgData name="Kyle Hill" userId="edc571f3-830c-4de6-92f0-df752491c80c" providerId="ADAL" clId="{15246814-D87E-4EC0-8965-2E24E6249C03}" dt="2020-06-03T09:18:05.881" v="359" actId="207"/>
          <ac:spMkLst>
            <pc:docMk/>
            <pc:sldMk cId="2334616988" sldId="4061"/>
            <ac:spMk id="178" creationId="{540658D4-7E76-42EF-826A-0403F51516DF}"/>
          </ac:spMkLst>
        </pc:spChg>
        <pc:spChg chg="mod">
          <ac:chgData name="Kyle Hill" userId="edc571f3-830c-4de6-92f0-df752491c80c" providerId="ADAL" clId="{15246814-D87E-4EC0-8965-2E24E6249C03}" dt="2020-06-03T09:17:48.687" v="356" actId="207"/>
          <ac:spMkLst>
            <pc:docMk/>
            <pc:sldMk cId="2334616988" sldId="4061"/>
            <ac:spMk id="179" creationId="{AC10E4A5-2849-4D26-BFD4-5AC0FAF63FD2}"/>
          </ac:spMkLst>
        </pc:spChg>
        <pc:spChg chg="mod">
          <ac:chgData name="Kyle Hill" userId="edc571f3-830c-4de6-92f0-df752491c80c" providerId="ADAL" clId="{15246814-D87E-4EC0-8965-2E24E6249C03}" dt="2020-06-03T09:17:58.765" v="358" actId="207"/>
          <ac:spMkLst>
            <pc:docMk/>
            <pc:sldMk cId="2334616988" sldId="4061"/>
            <ac:spMk id="180" creationId="{023D4FC0-BC7E-423F-AC74-5BBB491A831A}"/>
          </ac:spMkLst>
        </pc:spChg>
        <pc:spChg chg="mod">
          <ac:chgData name="Kyle Hill" userId="edc571f3-830c-4de6-92f0-df752491c80c" providerId="ADAL" clId="{15246814-D87E-4EC0-8965-2E24E6249C03}" dt="2020-06-03T09:22:37.628" v="401" actId="692"/>
          <ac:spMkLst>
            <pc:docMk/>
            <pc:sldMk cId="2334616988" sldId="4061"/>
            <ac:spMk id="181" creationId="{733C7CDD-D35E-43A8-A1E6-CDE2C9026428}"/>
          </ac:spMkLst>
        </pc:spChg>
        <pc:spChg chg="mod">
          <ac:chgData name="Kyle Hill" userId="edc571f3-830c-4de6-92f0-df752491c80c" providerId="ADAL" clId="{15246814-D87E-4EC0-8965-2E24E6249C03}" dt="2020-06-03T09:22:58.101" v="404" actId="692"/>
          <ac:spMkLst>
            <pc:docMk/>
            <pc:sldMk cId="2334616988" sldId="4061"/>
            <ac:spMk id="182" creationId="{411584B0-B069-4FFA-941B-CF6824B5EA2A}"/>
          </ac:spMkLst>
        </pc:spChg>
        <pc:spChg chg="mod">
          <ac:chgData name="Kyle Hill" userId="edc571f3-830c-4de6-92f0-df752491c80c" providerId="ADAL" clId="{15246814-D87E-4EC0-8965-2E24E6249C03}" dt="2020-06-03T09:22:41.829" v="402" actId="692"/>
          <ac:spMkLst>
            <pc:docMk/>
            <pc:sldMk cId="2334616988" sldId="4061"/>
            <ac:spMk id="183" creationId="{0B3AB5D4-E2C5-4562-B105-21A4B4D8B6DB}"/>
          </ac:spMkLst>
        </pc:spChg>
        <pc:spChg chg="mod">
          <ac:chgData name="Kyle Hill" userId="edc571f3-830c-4de6-92f0-df752491c80c" providerId="ADAL" clId="{15246814-D87E-4EC0-8965-2E24E6249C03}" dt="2020-06-03T09:22:32.563" v="400" actId="692"/>
          <ac:spMkLst>
            <pc:docMk/>
            <pc:sldMk cId="2334616988" sldId="4061"/>
            <ac:spMk id="184" creationId="{7353882D-AE00-4113-A8A8-FF4FC1DE055C}"/>
          </ac:spMkLst>
        </pc:spChg>
        <pc:spChg chg="mod">
          <ac:chgData name="Kyle Hill" userId="edc571f3-830c-4de6-92f0-df752491c80c" providerId="ADAL" clId="{15246814-D87E-4EC0-8965-2E24E6249C03}" dt="2020-06-03T09:22:46.404" v="403" actId="692"/>
          <ac:spMkLst>
            <pc:docMk/>
            <pc:sldMk cId="2334616988" sldId="4061"/>
            <ac:spMk id="185" creationId="{7BE13AA4-5177-4D3A-88CE-30985309268A}"/>
          </ac:spMkLst>
        </pc:spChg>
        <pc:spChg chg="mod">
          <ac:chgData name="Kyle Hill" userId="edc571f3-830c-4de6-92f0-df752491c80c" providerId="ADAL" clId="{15246814-D87E-4EC0-8965-2E24E6249C03}" dt="2020-06-03T09:17:35.137" v="354" actId="207"/>
          <ac:spMkLst>
            <pc:docMk/>
            <pc:sldMk cId="2334616988" sldId="4061"/>
            <ac:spMk id="187" creationId="{A43E9299-41FF-4D51-8920-955BB436CBCB}"/>
          </ac:spMkLst>
        </pc:spChg>
        <pc:spChg chg="mod">
          <ac:chgData name="Kyle Hill" userId="edc571f3-830c-4de6-92f0-df752491c80c" providerId="ADAL" clId="{15246814-D87E-4EC0-8965-2E24E6249C03}" dt="2020-06-03T09:16:26.511" v="343" actId="207"/>
          <ac:spMkLst>
            <pc:docMk/>
            <pc:sldMk cId="2334616988" sldId="4061"/>
            <ac:spMk id="188" creationId="{38B0FAF8-AE1C-4000-88C9-537B1C26A292}"/>
          </ac:spMkLst>
        </pc:spChg>
        <pc:spChg chg="mod">
          <ac:chgData name="Kyle Hill" userId="edc571f3-830c-4de6-92f0-df752491c80c" providerId="ADAL" clId="{15246814-D87E-4EC0-8965-2E24E6249C03}" dt="2020-06-03T09:16:22.634" v="342" actId="207"/>
          <ac:spMkLst>
            <pc:docMk/>
            <pc:sldMk cId="2334616988" sldId="4061"/>
            <ac:spMk id="189" creationId="{338E1FFD-5B30-4A74-8257-5F66CE655750}"/>
          </ac:spMkLst>
        </pc:spChg>
        <pc:spChg chg="mod">
          <ac:chgData name="Kyle Hill" userId="edc571f3-830c-4de6-92f0-df752491c80c" providerId="ADAL" clId="{15246814-D87E-4EC0-8965-2E24E6249C03}" dt="2020-06-03T09:21:57.532" v="394" actId="207"/>
          <ac:spMkLst>
            <pc:docMk/>
            <pc:sldMk cId="2334616988" sldId="4061"/>
            <ac:spMk id="190" creationId="{FA15FD03-A10B-414F-935D-5B83EB0173BE}"/>
          </ac:spMkLst>
        </pc:spChg>
        <pc:spChg chg="mod">
          <ac:chgData name="Kyle Hill" userId="edc571f3-830c-4de6-92f0-df752491c80c" providerId="ADAL" clId="{15246814-D87E-4EC0-8965-2E24E6249C03}" dt="2020-06-03T09:22:04.091" v="395" actId="207"/>
          <ac:spMkLst>
            <pc:docMk/>
            <pc:sldMk cId="2334616988" sldId="4061"/>
            <ac:spMk id="191" creationId="{3236E915-8853-4875-8D7B-6CCDE170C103}"/>
          </ac:spMkLst>
        </pc:spChg>
        <pc:spChg chg="del mod ord">
          <ac:chgData name="Kyle Hill" userId="edc571f3-830c-4de6-92f0-df752491c80c" providerId="ADAL" clId="{15246814-D87E-4EC0-8965-2E24E6249C03}" dt="2020-06-03T09:16:02.029" v="340" actId="478"/>
          <ac:spMkLst>
            <pc:docMk/>
            <pc:sldMk cId="2334616988" sldId="4061"/>
            <ac:spMk id="192" creationId="{E8ED94D6-7FA8-4423-BF91-671BEFD3C46B}"/>
          </ac:spMkLst>
        </pc:spChg>
        <pc:spChg chg="del mod ord">
          <ac:chgData name="Kyle Hill" userId="edc571f3-830c-4de6-92f0-df752491c80c" providerId="ADAL" clId="{15246814-D87E-4EC0-8965-2E24E6249C03}" dt="2020-06-03T09:16:02.029" v="340" actId="478"/>
          <ac:spMkLst>
            <pc:docMk/>
            <pc:sldMk cId="2334616988" sldId="4061"/>
            <ac:spMk id="193" creationId="{4AFEAEF1-E7AF-4DF5-A308-07DE2E73F0A9}"/>
          </ac:spMkLst>
        </pc:spChg>
        <pc:spChg chg="add del mod ord">
          <ac:chgData name="Kyle Hill" userId="edc571f3-830c-4de6-92f0-df752491c80c" providerId="ADAL" clId="{15246814-D87E-4EC0-8965-2E24E6249C03}" dt="2020-06-03T09:16:02.029" v="340" actId="478"/>
          <ac:spMkLst>
            <pc:docMk/>
            <pc:sldMk cId="2334616988" sldId="4061"/>
            <ac:spMk id="194" creationId="{9D4523C6-7E8F-4028-B7EF-770298306801}"/>
          </ac:spMkLst>
        </pc:spChg>
        <pc:spChg chg="del mod ord">
          <ac:chgData name="Kyle Hill" userId="edc571f3-830c-4de6-92f0-df752491c80c" providerId="ADAL" clId="{15246814-D87E-4EC0-8965-2E24E6249C03}" dt="2020-06-03T09:16:02.029" v="340" actId="478"/>
          <ac:spMkLst>
            <pc:docMk/>
            <pc:sldMk cId="2334616988" sldId="4061"/>
            <ac:spMk id="195" creationId="{5815BED3-55BF-4E8F-B805-75FBE6ADAFCE}"/>
          </ac:spMkLst>
        </pc:spChg>
        <pc:spChg chg="del mod ord">
          <ac:chgData name="Kyle Hill" userId="edc571f3-830c-4de6-92f0-df752491c80c" providerId="ADAL" clId="{15246814-D87E-4EC0-8965-2E24E6249C03}" dt="2020-06-03T09:16:02.029" v="340" actId="478"/>
          <ac:spMkLst>
            <pc:docMk/>
            <pc:sldMk cId="2334616988" sldId="4061"/>
            <ac:spMk id="196" creationId="{D22D4A00-5C34-4847-ACDA-A2555DF859D9}"/>
          </ac:spMkLst>
        </pc:spChg>
        <pc:spChg chg="del mod ord">
          <ac:chgData name="Kyle Hill" userId="edc571f3-830c-4de6-92f0-df752491c80c" providerId="ADAL" clId="{15246814-D87E-4EC0-8965-2E24E6249C03}" dt="2020-06-03T09:16:02.029" v="340" actId="478"/>
          <ac:spMkLst>
            <pc:docMk/>
            <pc:sldMk cId="2334616988" sldId="4061"/>
            <ac:spMk id="197" creationId="{0234526C-CCA9-4136-A6F2-DCC813F3CB64}"/>
          </ac:spMkLst>
        </pc:spChg>
        <pc:spChg chg="del mod ord">
          <ac:chgData name="Kyle Hill" userId="edc571f3-830c-4de6-92f0-df752491c80c" providerId="ADAL" clId="{15246814-D87E-4EC0-8965-2E24E6249C03}" dt="2020-06-03T09:16:02.029" v="340" actId="478"/>
          <ac:spMkLst>
            <pc:docMk/>
            <pc:sldMk cId="2334616988" sldId="4061"/>
            <ac:spMk id="198" creationId="{5D140AC1-0515-43F6-A9A7-0F267AD7BC12}"/>
          </ac:spMkLst>
        </pc:spChg>
        <pc:spChg chg="del mod ord">
          <ac:chgData name="Kyle Hill" userId="edc571f3-830c-4de6-92f0-df752491c80c" providerId="ADAL" clId="{15246814-D87E-4EC0-8965-2E24E6249C03}" dt="2020-06-03T09:16:02.029" v="340" actId="478"/>
          <ac:spMkLst>
            <pc:docMk/>
            <pc:sldMk cId="2334616988" sldId="4061"/>
            <ac:spMk id="199" creationId="{84DF4EC5-D8A7-4F42-A035-C697642D3F99}"/>
          </ac:spMkLst>
        </pc:spChg>
        <pc:spChg chg="mod">
          <ac:chgData name="Kyle Hill" userId="edc571f3-830c-4de6-92f0-df752491c80c" providerId="ADAL" clId="{15246814-D87E-4EC0-8965-2E24E6249C03}" dt="2020-06-03T08:58:28.716" v="135" actId="207"/>
          <ac:spMkLst>
            <pc:docMk/>
            <pc:sldMk cId="2334616988" sldId="4061"/>
            <ac:spMk id="201" creationId="{26C57022-4FD3-4259-B97E-FDB291B80606}"/>
          </ac:spMkLst>
        </pc:spChg>
        <pc:spChg chg="add del">
          <ac:chgData name="Kyle Hill" userId="edc571f3-830c-4de6-92f0-df752491c80c" providerId="ADAL" clId="{15246814-D87E-4EC0-8965-2E24E6249C03}" dt="2020-06-03T09:01:15.596" v="158"/>
          <ac:spMkLst>
            <pc:docMk/>
            <pc:sldMk cId="2334616988" sldId="4061"/>
            <ac:spMk id="205" creationId="{AC3754D1-5F08-417D-A942-747252F3FD1F}"/>
          </ac:spMkLst>
        </pc:spChg>
        <pc:spChg chg="add del">
          <ac:chgData name="Kyle Hill" userId="edc571f3-830c-4de6-92f0-df752491c80c" providerId="ADAL" clId="{15246814-D87E-4EC0-8965-2E24E6249C03}" dt="2020-06-03T09:20:33.532" v="387"/>
          <ac:spMkLst>
            <pc:docMk/>
            <pc:sldMk cId="2334616988" sldId="4061"/>
            <ac:spMk id="206" creationId="{FBBDEC92-3B74-4EA4-A312-23411F00ACCA}"/>
          </ac:spMkLst>
        </pc:spChg>
        <pc:spChg chg="add del">
          <ac:chgData name="Kyle Hill" userId="edc571f3-830c-4de6-92f0-df752491c80c" providerId="ADAL" clId="{15246814-D87E-4EC0-8965-2E24E6249C03}" dt="2020-06-03T09:20:33.532" v="387"/>
          <ac:spMkLst>
            <pc:docMk/>
            <pc:sldMk cId="2334616988" sldId="4061"/>
            <ac:spMk id="207" creationId="{9FFED5A4-634F-4914-B636-89C3D67DD583}"/>
          </ac:spMkLst>
        </pc:spChg>
        <pc:spChg chg="add del">
          <ac:chgData name="Kyle Hill" userId="edc571f3-830c-4de6-92f0-df752491c80c" providerId="ADAL" clId="{15246814-D87E-4EC0-8965-2E24E6249C03}" dt="2020-06-03T09:20:33.532" v="387"/>
          <ac:spMkLst>
            <pc:docMk/>
            <pc:sldMk cId="2334616988" sldId="4061"/>
            <ac:spMk id="209" creationId="{F89FA3D1-FBD4-47B5-9ACD-ADFAC8AFC3FF}"/>
          </ac:spMkLst>
        </pc:spChg>
        <pc:spChg chg="add del">
          <ac:chgData name="Kyle Hill" userId="edc571f3-830c-4de6-92f0-df752491c80c" providerId="ADAL" clId="{15246814-D87E-4EC0-8965-2E24E6249C03}" dt="2020-06-03T09:20:33.532" v="387"/>
          <ac:spMkLst>
            <pc:docMk/>
            <pc:sldMk cId="2334616988" sldId="4061"/>
            <ac:spMk id="210" creationId="{97995238-235C-46F8-9C54-C4B0F4DF0643}"/>
          </ac:spMkLst>
        </pc:spChg>
        <pc:spChg chg="add del">
          <ac:chgData name="Kyle Hill" userId="edc571f3-830c-4de6-92f0-df752491c80c" providerId="ADAL" clId="{15246814-D87E-4EC0-8965-2E24E6249C03}" dt="2020-06-03T09:20:33.532" v="387"/>
          <ac:spMkLst>
            <pc:docMk/>
            <pc:sldMk cId="2334616988" sldId="4061"/>
            <ac:spMk id="211" creationId="{EB2A414D-D378-49E4-A014-4343F68BDD13}"/>
          </ac:spMkLst>
        </pc:spChg>
        <pc:spChg chg="add del">
          <ac:chgData name="Kyle Hill" userId="edc571f3-830c-4de6-92f0-df752491c80c" providerId="ADAL" clId="{15246814-D87E-4EC0-8965-2E24E6249C03}" dt="2020-06-03T09:20:33.532" v="387"/>
          <ac:spMkLst>
            <pc:docMk/>
            <pc:sldMk cId="2334616988" sldId="4061"/>
            <ac:spMk id="212" creationId="{DDA1E8E2-32AE-4BAB-9BDE-D511E638AF41}"/>
          </ac:spMkLst>
        </pc:spChg>
        <pc:spChg chg="add del">
          <ac:chgData name="Kyle Hill" userId="edc571f3-830c-4de6-92f0-df752491c80c" providerId="ADAL" clId="{15246814-D87E-4EC0-8965-2E24E6249C03}" dt="2020-06-03T09:20:33.532" v="387"/>
          <ac:spMkLst>
            <pc:docMk/>
            <pc:sldMk cId="2334616988" sldId="4061"/>
            <ac:spMk id="213" creationId="{49F24D38-3836-4FE9-BA65-5B2680A2AA18}"/>
          </ac:spMkLst>
        </pc:spChg>
        <pc:spChg chg="add del">
          <ac:chgData name="Kyle Hill" userId="edc571f3-830c-4de6-92f0-df752491c80c" providerId="ADAL" clId="{15246814-D87E-4EC0-8965-2E24E6249C03}" dt="2020-06-03T09:20:33.532" v="387"/>
          <ac:spMkLst>
            <pc:docMk/>
            <pc:sldMk cId="2334616988" sldId="4061"/>
            <ac:spMk id="214" creationId="{43DBDBF9-AD56-4ADE-852C-7BE89AEC13D2}"/>
          </ac:spMkLst>
        </pc:spChg>
        <pc:spChg chg="add ord">
          <ac:chgData name="Kyle Hill" userId="edc571f3-830c-4de6-92f0-df752491c80c" providerId="ADAL" clId="{15246814-D87E-4EC0-8965-2E24E6249C03}" dt="2020-06-03T09:20:37.277" v="389" actId="167"/>
          <ac:spMkLst>
            <pc:docMk/>
            <pc:sldMk cId="2334616988" sldId="4061"/>
            <ac:spMk id="215" creationId="{5101C89E-715E-4D8C-AF66-BB3F85E41269}"/>
          </ac:spMkLst>
        </pc:spChg>
        <pc:spChg chg="add ord">
          <ac:chgData name="Kyle Hill" userId="edc571f3-830c-4de6-92f0-df752491c80c" providerId="ADAL" clId="{15246814-D87E-4EC0-8965-2E24E6249C03}" dt="2020-06-03T09:20:37.277" v="389" actId="167"/>
          <ac:spMkLst>
            <pc:docMk/>
            <pc:sldMk cId="2334616988" sldId="4061"/>
            <ac:spMk id="216" creationId="{5609D560-E48C-49AC-891B-127292DA13D4}"/>
          </ac:spMkLst>
        </pc:spChg>
        <pc:spChg chg="add ord">
          <ac:chgData name="Kyle Hill" userId="edc571f3-830c-4de6-92f0-df752491c80c" providerId="ADAL" clId="{15246814-D87E-4EC0-8965-2E24E6249C03}" dt="2020-06-03T09:20:37.277" v="389" actId="167"/>
          <ac:spMkLst>
            <pc:docMk/>
            <pc:sldMk cId="2334616988" sldId="4061"/>
            <ac:spMk id="217" creationId="{8C20CF13-201B-482A-8D99-12F3324FCA0B}"/>
          </ac:spMkLst>
        </pc:spChg>
        <pc:spChg chg="add ord">
          <ac:chgData name="Kyle Hill" userId="edc571f3-830c-4de6-92f0-df752491c80c" providerId="ADAL" clId="{15246814-D87E-4EC0-8965-2E24E6249C03}" dt="2020-06-03T09:20:37.277" v="389" actId="167"/>
          <ac:spMkLst>
            <pc:docMk/>
            <pc:sldMk cId="2334616988" sldId="4061"/>
            <ac:spMk id="218" creationId="{647B02E4-7E69-4782-B30A-CBF24187316B}"/>
          </ac:spMkLst>
        </pc:spChg>
        <pc:spChg chg="add ord">
          <ac:chgData name="Kyle Hill" userId="edc571f3-830c-4de6-92f0-df752491c80c" providerId="ADAL" clId="{15246814-D87E-4EC0-8965-2E24E6249C03}" dt="2020-06-03T09:20:37.277" v="389" actId="167"/>
          <ac:spMkLst>
            <pc:docMk/>
            <pc:sldMk cId="2334616988" sldId="4061"/>
            <ac:spMk id="219" creationId="{45480E45-84DC-489A-B10A-731AC490179E}"/>
          </ac:spMkLst>
        </pc:spChg>
        <pc:spChg chg="add ord">
          <ac:chgData name="Kyle Hill" userId="edc571f3-830c-4de6-92f0-df752491c80c" providerId="ADAL" clId="{15246814-D87E-4EC0-8965-2E24E6249C03}" dt="2020-06-03T09:20:37.277" v="389" actId="167"/>
          <ac:spMkLst>
            <pc:docMk/>
            <pc:sldMk cId="2334616988" sldId="4061"/>
            <ac:spMk id="220" creationId="{45004128-3BC2-491B-B2E7-636F09757D6E}"/>
          </ac:spMkLst>
        </pc:spChg>
        <pc:spChg chg="add ord">
          <ac:chgData name="Kyle Hill" userId="edc571f3-830c-4de6-92f0-df752491c80c" providerId="ADAL" clId="{15246814-D87E-4EC0-8965-2E24E6249C03}" dt="2020-06-03T09:20:37.277" v="389" actId="167"/>
          <ac:spMkLst>
            <pc:docMk/>
            <pc:sldMk cId="2334616988" sldId="4061"/>
            <ac:spMk id="221" creationId="{FEBCCBAB-0835-446C-8A93-30221850CB92}"/>
          </ac:spMkLst>
        </pc:spChg>
        <pc:spChg chg="add ord">
          <ac:chgData name="Kyle Hill" userId="edc571f3-830c-4de6-92f0-df752491c80c" providerId="ADAL" clId="{15246814-D87E-4EC0-8965-2E24E6249C03}" dt="2020-06-03T09:20:37.277" v="389" actId="167"/>
          <ac:spMkLst>
            <pc:docMk/>
            <pc:sldMk cId="2334616988" sldId="4061"/>
            <ac:spMk id="222" creationId="{8F550CB8-05B1-4245-8B0B-8219559FF037}"/>
          </ac:spMkLst>
        </pc:spChg>
        <pc:spChg chg="add del mod">
          <ac:chgData name="Kyle Hill" userId="edc571f3-830c-4de6-92f0-df752491c80c" providerId="ADAL" clId="{15246814-D87E-4EC0-8965-2E24E6249C03}" dt="2020-06-03T09:37:04.442" v="567" actId="478"/>
          <ac:spMkLst>
            <pc:docMk/>
            <pc:sldMk cId="2334616988" sldId="4061"/>
            <ac:spMk id="223" creationId="{9F87663E-E776-4110-B066-43F659B77435}"/>
          </ac:spMkLst>
        </pc:spChg>
        <pc:spChg chg="mod">
          <ac:chgData name="Kyle Hill" userId="edc571f3-830c-4de6-92f0-df752491c80c" providerId="ADAL" clId="{15246814-D87E-4EC0-8965-2E24E6249C03}" dt="2020-06-03T09:38:27.787" v="581" actId="207"/>
          <ac:spMkLst>
            <pc:docMk/>
            <pc:sldMk cId="2334616988" sldId="4061"/>
            <ac:spMk id="225" creationId="{2ADE8427-40A4-4AA5-8796-9405FE0F8855}"/>
          </ac:spMkLst>
        </pc:spChg>
        <pc:spChg chg="mod">
          <ac:chgData name="Kyle Hill" userId="edc571f3-830c-4de6-92f0-df752491c80c" providerId="ADAL" clId="{15246814-D87E-4EC0-8965-2E24E6249C03}" dt="2020-06-03T09:38:45.124" v="587" actId="207"/>
          <ac:spMkLst>
            <pc:docMk/>
            <pc:sldMk cId="2334616988" sldId="4061"/>
            <ac:spMk id="226" creationId="{43DCADAD-FDE2-4109-A77D-CE4877B66BA1}"/>
          </ac:spMkLst>
        </pc:spChg>
        <pc:spChg chg="mod">
          <ac:chgData name="Kyle Hill" userId="edc571f3-830c-4de6-92f0-df752491c80c" providerId="ADAL" clId="{15246814-D87E-4EC0-8965-2E24E6249C03}" dt="2020-06-03T09:38:48.723" v="588" actId="207"/>
          <ac:spMkLst>
            <pc:docMk/>
            <pc:sldMk cId="2334616988" sldId="4061"/>
            <ac:spMk id="227" creationId="{251A60FD-57E9-43C6-ACA1-F4F49759E98B}"/>
          </ac:spMkLst>
        </pc:spChg>
        <pc:spChg chg="mod">
          <ac:chgData name="Kyle Hill" userId="edc571f3-830c-4de6-92f0-df752491c80c" providerId="ADAL" clId="{15246814-D87E-4EC0-8965-2E24E6249C03}" dt="2020-06-03T09:38:51.155" v="589" actId="207"/>
          <ac:spMkLst>
            <pc:docMk/>
            <pc:sldMk cId="2334616988" sldId="4061"/>
            <ac:spMk id="228" creationId="{58A095EB-EB25-4ACB-8ABE-1B3CD688D650}"/>
          </ac:spMkLst>
        </pc:spChg>
        <pc:spChg chg="mod">
          <ac:chgData name="Kyle Hill" userId="edc571f3-830c-4de6-92f0-df752491c80c" providerId="ADAL" clId="{15246814-D87E-4EC0-8965-2E24E6249C03}" dt="2020-06-03T09:38:53.464" v="590" actId="207"/>
          <ac:spMkLst>
            <pc:docMk/>
            <pc:sldMk cId="2334616988" sldId="4061"/>
            <ac:spMk id="229" creationId="{851BC15D-B16F-4402-9903-55F414439BB6}"/>
          </ac:spMkLst>
        </pc:spChg>
        <pc:spChg chg="mod">
          <ac:chgData name="Kyle Hill" userId="edc571f3-830c-4de6-92f0-df752491c80c" providerId="ADAL" clId="{15246814-D87E-4EC0-8965-2E24E6249C03}" dt="2020-06-03T09:38:56.195" v="591" actId="207"/>
          <ac:spMkLst>
            <pc:docMk/>
            <pc:sldMk cId="2334616988" sldId="4061"/>
            <ac:spMk id="230" creationId="{989EFEC9-44BA-42A3-AD8A-313EA551A08A}"/>
          </ac:spMkLst>
        </pc:spChg>
        <pc:spChg chg="mod">
          <ac:chgData name="Kyle Hill" userId="edc571f3-830c-4de6-92f0-df752491c80c" providerId="ADAL" clId="{15246814-D87E-4EC0-8965-2E24E6249C03}" dt="2020-06-03T09:38:30.782" v="582" actId="207"/>
          <ac:spMkLst>
            <pc:docMk/>
            <pc:sldMk cId="2334616988" sldId="4061"/>
            <ac:spMk id="231" creationId="{F5C55FFA-436A-42B2-A4DA-B9B78DA2E112}"/>
          </ac:spMkLst>
        </pc:spChg>
        <pc:spChg chg="mod">
          <ac:chgData name="Kyle Hill" userId="edc571f3-830c-4de6-92f0-df752491c80c" providerId="ADAL" clId="{15246814-D87E-4EC0-8965-2E24E6249C03}" dt="2020-06-03T09:38:58.685" v="592" actId="207"/>
          <ac:spMkLst>
            <pc:docMk/>
            <pc:sldMk cId="2334616988" sldId="4061"/>
            <ac:spMk id="232" creationId="{180F3A7B-0C88-4AFA-BADC-4B86B10025C7}"/>
          </ac:spMkLst>
        </pc:spChg>
        <pc:spChg chg="mod">
          <ac:chgData name="Kyle Hill" userId="edc571f3-830c-4de6-92f0-df752491c80c" providerId="ADAL" clId="{15246814-D87E-4EC0-8965-2E24E6249C03}" dt="2020-06-03T09:38:33.618" v="583" actId="207"/>
          <ac:spMkLst>
            <pc:docMk/>
            <pc:sldMk cId="2334616988" sldId="4061"/>
            <ac:spMk id="233" creationId="{2C67B306-0639-41DE-9CCD-7F2590ADA40E}"/>
          </ac:spMkLst>
        </pc:spChg>
        <pc:spChg chg="mod">
          <ac:chgData name="Kyle Hill" userId="edc571f3-830c-4de6-92f0-df752491c80c" providerId="ADAL" clId="{15246814-D87E-4EC0-8965-2E24E6249C03}" dt="2020-06-03T09:39:04.228" v="594" actId="207"/>
          <ac:spMkLst>
            <pc:docMk/>
            <pc:sldMk cId="2334616988" sldId="4061"/>
            <ac:spMk id="234" creationId="{E1B8F86E-1569-4DF2-9386-F81DD3B531AE}"/>
          </ac:spMkLst>
        </pc:spChg>
        <pc:spChg chg="mod">
          <ac:chgData name="Kyle Hill" userId="edc571f3-830c-4de6-92f0-df752491c80c" providerId="ADAL" clId="{15246814-D87E-4EC0-8965-2E24E6249C03}" dt="2020-06-03T09:39:07.079" v="595" actId="207"/>
          <ac:spMkLst>
            <pc:docMk/>
            <pc:sldMk cId="2334616988" sldId="4061"/>
            <ac:spMk id="235" creationId="{37C0DF18-B6F3-486B-BF2A-C5F1F037AAF7}"/>
          </ac:spMkLst>
        </pc:spChg>
        <pc:spChg chg="mod">
          <ac:chgData name="Kyle Hill" userId="edc571f3-830c-4de6-92f0-df752491c80c" providerId="ADAL" clId="{15246814-D87E-4EC0-8965-2E24E6249C03}" dt="2020-06-03T09:39:01.295" v="593" actId="207"/>
          <ac:spMkLst>
            <pc:docMk/>
            <pc:sldMk cId="2334616988" sldId="4061"/>
            <ac:spMk id="236" creationId="{BC55130C-C6F3-45AA-9968-1441B7ED8FD3}"/>
          </ac:spMkLst>
        </pc:spChg>
        <pc:spChg chg="mod">
          <ac:chgData name="Kyle Hill" userId="edc571f3-830c-4de6-92f0-df752491c80c" providerId="ADAL" clId="{15246814-D87E-4EC0-8965-2E24E6249C03}" dt="2020-06-03T09:38:36.633" v="584" actId="207"/>
          <ac:spMkLst>
            <pc:docMk/>
            <pc:sldMk cId="2334616988" sldId="4061"/>
            <ac:spMk id="237" creationId="{04DD8782-1393-4890-A9D5-E08072DFC53A}"/>
          </ac:spMkLst>
        </pc:spChg>
        <pc:spChg chg="mod">
          <ac:chgData name="Kyle Hill" userId="edc571f3-830c-4de6-92f0-df752491c80c" providerId="ADAL" clId="{15246814-D87E-4EC0-8965-2E24E6249C03}" dt="2020-06-03T09:39:09.667" v="596" actId="207"/>
          <ac:spMkLst>
            <pc:docMk/>
            <pc:sldMk cId="2334616988" sldId="4061"/>
            <ac:spMk id="238" creationId="{98435674-52DE-4C39-A672-4A94CB5FD2DC}"/>
          </ac:spMkLst>
        </pc:spChg>
        <pc:spChg chg="mod">
          <ac:chgData name="Kyle Hill" userId="edc571f3-830c-4de6-92f0-df752491c80c" providerId="ADAL" clId="{15246814-D87E-4EC0-8965-2E24E6249C03}" dt="2020-06-03T09:38:39.514" v="585" actId="207"/>
          <ac:spMkLst>
            <pc:docMk/>
            <pc:sldMk cId="2334616988" sldId="4061"/>
            <ac:spMk id="239" creationId="{09A40D3A-B7E6-4C96-A5D6-B183F4DDCD96}"/>
          </ac:spMkLst>
        </pc:spChg>
        <pc:spChg chg="mod">
          <ac:chgData name="Kyle Hill" userId="edc571f3-830c-4de6-92f0-df752491c80c" providerId="ADAL" clId="{15246814-D87E-4EC0-8965-2E24E6249C03}" dt="2020-06-03T09:38:42.558" v="586" actId="207"/>
          <ac:spMkLst>
            <pc:docMk/>
            <pc:sldMk cId="2334616988" sldId="4061"/>
            <ac:spMk id="240" creationId="{61AF09F4-DB3E-4AF2-8A34-4BAD76BACB94}"/>
          </ac:spMkLst>
        </pc:spChg>
        <pc:spChg chg="mod">
          <ac:chgData name="Kyle Hill" userId="edc571f3-830c-4de6-92f0-df752491c80c" providerId="ADAL" clId="{15246814-D87E-4EC0-8965-2E24E6249C03}" dt="2020-06-03T09:39:12.374" v="597" actId="207"/>
          <ac:spMkLst>
            <pc:docMk/>
            <pc:sldMk cId="2334616988" sldId="4061"/>
            <ac:spMk id="241" creationId="{0B6D3396-34F8-4653-853F-4FDE7D037458}"/>
          </ac:spMkLst>
        </pc:spChg>
        <pc:spChg chg="mod">
          <ac:chgData name="Kyle Hill" userId="edc571f3-830c-4de6-92f0-df752491c80c" providerId="ADAL" clId="{15246814-D87E-4EC0-8965-2E24E6249C03}" dt="2020-06-03T09:39:14.797" v="598" actId="207"/>
          <ac:spMkLst>
            <pc:docMk/>
            <pc:sldMk cId="2334616988" sldId="4061"/>
            <ac:spMk id="242" creationId="{119F3D29-678C-487D-8860-2655F6E41707}"/>
          </ac:spMkLst>
        </pc:spChg>
        <pc:spChg chg="mod">
          <ac:chgData name="Kyle Hill" userId="edc571f3-830c-4de6-92f0-df752491c80c" providerId="ADAL" clId="{15246814-D87E-4EC0-8965-2E24E6249C03}" dt="2020-06-03T09:39:29.904" v="602" actId="207"/>
          <ac:spMkLst>
            <pc:docMk/>
            <pc:sldMk cId="2334616988" sldId="4061"/>
            <ac:spMk id="243" creationId="{29402CEF-B7F4-41A8-85C6-5D3A7C4B4E23}"/>
          </ac:spMkLst>
        </pc:spChg>
        <pc:spChg chg="mod">
          <ac:chgData name="Kyle Hill" userId="edc571f3-830c-4de6-92f0-df752491c80c" providerId="ADAL" clId="{15246814-D87E-4EC0-8965-2E24E6249C03}" dt="2020-06-03T09:39:20.043" v="599" actId="207"/>
          <ac:spMkLst>
            <pc:docMk/>
            <pc:sldMk cId="2334616988" sldId="4061"/>
            <ac:spMk id="244" creationId="{83728EFB-0134-4865-9F55-B8D2439EB943}"/>
          </ac:spMkLst>
        </pc:spChg>
        <pc:spChg chg="mod">
          <ac:chgData name="Kyle Hill" userId="edc571f3-830c-4de6-92f0-df752491c80c" providerId="ADAL" clId="{15246814-D87E-4EC0-8965-2E24E6249C03}" dt="2020-06-03T09:39:26.994" v="601" actId="207"/>
          <ac:spMkLst>
            <pc:docMk/>
            <pc:sldMk cId="2334616988" sldId="4061"/>
            <ac:spMk id="245" creationId="{54AA44C9-E1FD-4BE4-A41A-8FF7BC7701CF}"/>
          </ac:spMkLst>
        </pc:spChg>
        <pc:spChg chg="mod">
          <ac:chgData name="Kyle Hill" userId="edc571f3-830c-4de6-92f0-df752491c80c" providerId="ADAL" clId="{15246814-D87E-4EC0-8965-2E24E6249C03}" dt="2020-06-03T09:39:22.493" v="600" actId="207"/>
          <ac:spMkLst>
            <pc:docMk/>
            <pc:sldMk cId="2334616988" sldId="4061"/>
            <ac:spMk id="246" creationId="{10E4B4E5-8F4D-46E0-B62F-D649C26D00F8}"/>
          </ac:spMkLst>
        </pc:spChg>
        <pc:spChg chg="add mod">
          <ac:chgData name="Kyle Hill" userId="edc571f3-830c-4de6-92f0-df752491c80c" providerId="ADAL" clId="{15246814-D87E-4EC0-8965-2E24E6249C03}" dt="2020-06-03T09:40:42.468" v="632" actId="1076"/>
          <ac:spMkLst>
            <pc:docMk/>
            <pc:sldMk cId="2334616988" sldId="4061"/>
            <ac:spMk id="247" creationId="{C643A4C9-2236-41C1-BA5C-75006CF70E8C}"/>
          </ac:spMkLst>
        </pc:spChg>
        <pc:spChg chg="add mod">
          <ac:chgData name="Kyle Hill" userId="edc571f3-830c-4de6-92f0-df752491c80c" providerId="ADAL" clId="{15246814-D87E-4EC0-8965-2E24E6249C03}" dt="2020-06-03T09:46:28.429" v="753" actId="113"/>
          <ac:spMkLst>
            <pc:docMk/>
            <pc:sldMk cId="2334616988" sldId="4061"/>
            <ac:spMk id="248" creationId="{023D878E-6D5E-42DD-AB91-1135132A2CDB}"/>
          </ac:spMkLst>
        </pc:spChg>
        <pc:grpChg chg="del mod">
          <ac:chgData name="Kyle Hill" userId="edc571f3-830c-4de6-92f0-df752491c80c" providerId="ADAL" clId="{15246814-D87E-4EC0-8965-2E24E6249C03}" dt="2020-06-03T09:16:02.029" v="340" actId="478"/>
          <ac:grpSpMkLst>
            <pc:docMk/>
            <pc:sldMk cId="2334616988" sldId="4061"/>
            <ac:grpSpMk id="106" creationId="{2B1CBC9D-5D65-4279-B068-79FC1CDCDAEC}"/>
          </ac:grpSpMkLst>
        </pc:grpChg>
        <pc:grpChg chg="mod topLvl">
          <ac:chgData name="Kyle Hill" userId="edc571f3-830c-4de6-92f0-df752491c80c" providerId="ADAL" clId="{15246814-D87E-4EC0-8965-2E24E6249C03}" dt="2020-06-03T09:37:02.280" v="566" actId="1076"/>
          <ac:grpSpMkLst>
            <pc:docMk/>
            <pc:sldMk cId="2334616988" sldId="4061"/>
            <ac:grpSpMk id="128" creationId="{AE2FFF8F-FF5B-44FE-AA11-058422A63B8C}"/>
          </ac:grpSpMkLst>
        </pc:grpChg>
        <pc:grpChg chg="add del mod topLvl">
          <ac:chgData name="Kyle Hill" userId="edc571f3-830c-4de6-92f0-df752491c80c" providerId="ADAL" clId="{15246814-D87E-4EC0-8965-2E24E6249C03}" dt="2020-06-03T09:36:33.374" v="553" actId="478"/>
          <ac:grpSpMkLst>
            <pc:docMk/>
            <pc:sldMk cId="2334616988" sldId="4061"/>
            <ac:grpSpMk id="130" creationId="{E01F311E-F57A-49A7-B239-4AFD18C35AFF}"/>
          </ac:grpSpMkLst>
        </pc:grpChg>
        <pc:grpChg chg="mod">
          <ac:chgData name="Kyle Hill" userId="edc571f3-830c-4de6-92f0-df752491c80c" providerId="ADAL" clId="{15246814-D87E-4EC0-8965-2E24E6249C03}" dt="2020-06-03T09:37:02.280" v="566" actId="1076"/>
          <ac:grpSpMkLst>
            <pc:docMk/>
            <pc:sldMk cId="2334616988" sldId="4061"/>
            <ac:grpSpMk id="153" creationId="{4BD5B508-69A1-487F-88A8-0847982400DD}"/>
          </ac:grpSpMkLst>
        </pc:grpChg>
        <pc:grpChg chg="mod">
          <ac:chgData name="Kyle Hill" userId="edc571f3-830c-4de6-92f0-df752491c80c" providerId="ADAL" clId="{15246814-D87E-4EC0-8965-2E24E6249C03}" dt="2020-06-03T09:37:02.280" v="566" actId="1076"/>
          <ac:grpSpMkLst>
            <pc:docMk/>
            <pc:sldMk cId="2334616988" sldId="4061"/>
            <ac:grpSpMk id="154" creationId="{66539561-D038-48CD-AEC5-9AA6204BB029}"/>
          </ac:grpSpMkLst>
        </pc:grpChg>
        <pc:grpChg chg="mod">
          <ac:chgData name="Kyle Hill" userId="edc571f3-830c-4de6-92f0-df752491c80c" providerId="ADAL" clId="{15246814-D87E-4EC0-8965-2E24E6249C03}" dt="2020-06-03T09:37:02.280" v="566" actId="1076"/>
          <ac:grpSpMkLst>
            <pc:docMk/>
            <pc:sldMk cId="2334616988" sldId="4061"/>
            <ac:grpSpMk id="157" creationId="{D7AEB681-6C33-452D-AF47-60EB3B8785DF}"/>
          </ac:grpSpMkLst>
        </pc:grpChg>
        <pc:grpChg chg="mod">
          <ac:chgData name="Kyle Hill" userId="edc571f3-830c-4de6-92f0-df752491c80c" providerId="ADAL" clId="{15246814-D87E-4EC0-8965-2E24E6249C03}" dt="2020-06-03T09:37:02.280" v="566" actId="1076"/>
          <ac:grpSpMkLst>
            <pc:docMk/>
            <pc:sldMk cId="2334616988" sldId="4061"/>
            <ac:grpSpMk id="158" creationId="{D961CDBD-593B-4DF8-87CC-476FA1BFF9DC}"/>
          </ac:grpSpMkLst>
        </pc:grpChg>
        <pc:grpChg chg="add del mod">
          <ac:chgData name="Kyle Hill" userId="edc571f3-830c-4de6-92f0-df752491c80c" providerId="ADAL" clId="{15246814-D87E-4EC0-8965-2E24E6249C03}" dt="2020-06-03T09:35:14.975" v="526" actId="165"/>
          <ac:grpSpMkLst>
            <pc:docMk/>
            <pc:sldMk cId="2334616988" sldId="4061"/>
            <ac:grpSpMk id="203" creationId="{E66ACF00-98E0-4FB3-94CD-AAD87F41F615}"/>
          </ac:grpSpMkLst>
        </pc:grpChg>
        <pc:grpChg chg="add del mod">
          <ac:chgData name="Kyle Hill" userId="edc571f3-830c-4de6-92f0-df752491c80c" providerId="ADAL" clId="{15246814-D87E-4EC0-8965-2E24E6249C03}" dt="2020-06-03T09:36:33.944" v="554" actId="165"/>
          <ac:grpSpMkLst>
            <pc:docMk/>
            <pc:sldMk cId="2334616988" sldId="4061"/>
            <ac:grpSpMk id="204" creationId="{584BF348-3682-4FB0-9816-6E1B4FB32D22}"/>
          </ac:grpSpMkLst>
        </pc:grpChg>
        <pc:grpChg chg="mod">
          <ac:chgData name="Kyle Hill" userId="edc571f3-830c-4de6-92f0-df752491c80c" providerId="ADAL" clId="{15246814-D87E-4EC0-8965-2E24E6249C03}" dt="2020-06-03T09:01:18.222" v="159"/>
          <ac:grpSpMkLst>
            <pc:docMk/>
            <pc:sldMk cId="2334616988" sldId="4061"/>
            <ac:grpSpMk id="208" creationId="{F7A6F54E-97C6-4CAA-A5F9-C54BC4578E0A}"/>
          </ac:grpSpMkLst>
        </pc:grpChg>
        <pc:grpChg chg="add mod">
          <ac:chgData name="Kyle Hill" userId="edc571f3-830c-4de6-92f0-df752491c80c" providerId="ADAL" clId="{15246814-D87E-4EC0-8965-2E24E6249C03}" dt="2020-06-03T09:36:53.061" v="564" actId="1076"/>
          <ac:grpSpMkLst>
            <pc:docMk/>
            <pc:sldMk cId="2334616988" sldId="4061"/>
            <ac:grpSpMk id="224" creationId="{3B7C4380-DAD6-4746-9AE0-793CDAA24FB8}"/>
          </ac:grpSpMkLst>
        </pc:grpChg>
        <pc:cxnChg chg="mod">
          <ac:chgData name="Kyle Hill" userId="edc571f3-830c-4de6-92f0-df752491c80c" providerId="ADAL" clId="{15246814-D87E-4EC0-8965-2E24E6249C03}" dt="2020-06-03T09:39:43.983" v="604" actId="208"/>
          <ac:cxnSpMkLst>
            <pc:docMk/>
            <pc:sldMk cId="2334616988" sldId="4061"/>
            <ac:cxnSpMk id="109" creationId="{4C90D9C5-9DAE-411B-B335-C10BCEF108DF}"/>
          </ac:cxnSpMkLst>
        </pc:cxnChg>
        <pc:cxnChg chg="mod">
          <ac:chgData name="Kyle Hill" userId="edc571f3-830c-4de6-92f0-df752491c80c" providerId="ADAL" clId="{15246814-D87E-4EC0-8965-2E24E6249C03}" dt="2020-06-03T09:39:49.428" v="606" actId="208"/>
          <ac:cxnSpMkLst>
            <pc:docMk/>
            <pc:sldMk cId="2334616988" sldId="4061"/>
            <ac:cxnSpMk id="110" creationId="{0853BB5E-18BF-4144-9A57-6C2A6668319D}"/>
          </ac:cxnSpMkLst>
        </pc:cxnChg>
      </pc:sldChg>
      <pc:sldChg chg="addSp delSp modSp add del">
        <pc:chgData name="Kyle Hill" userId="edc571f3-830c-4de6-92f0-df752491c80c" providerId="ADAL" clId="{15246814-D87E-4EC0-8965-2E24E6249C03}" dt="2020-06-03T09:23:29.299" v="405" actId="2696"/>
        <pc:sldMkLst>
          <pc:docMk/>
          <pc:sldMk cId="2313406810" sldId="4062"/>
        </pc:sldMkLst>
        <pc:spChg chg="del">
          <ac:chgData name="Kyle Hill" userId="edc571f3-830c-4de6-92f0-df752491c80c" providerId="ADAL" clId="{15246814-D87E-4EC0-8965-2E24E6249C03}" dt="2020-06-03T09:15:48.287" v="338" actId="478"/>
          <ac:spMkLst>
            <pc:docMk/>
            <pc:sldMk cId="2313406810" sldId="4062"/>
            <ac:spMk id="2" creationId="{D404B7A6-6A99-474C-A1ED-96A8A2A612EB}"/>
          </ac:spMkLst>
        </pc:spChg>
        <pc:spChg chg="add mod">
          <ac:chgData name="Kyle Hill" userId="edc571f3-830c-4de6-92f0-df752491c80c" providerId="ADAL" clId="{15246814-D87E-4EC0-8965-2E24E6249C03}" dt="2020-06-03T09:19:54.347" v="379" actId="207"/>
          <ac:spMkLst>
            <pc:docMk/>
            <pc:sldMk cId="2313406810" sldId="4062"/>
            <ac:spMk id="5" creationId="{08E7EF8C-15EE-4E44-9001-41028C110875}"/>
          </ac:spMkLst>
        </pc:spChg>
        <pc:spChg chg="add mod">
          <ac:chgData name="Kyle Hill" userId="edc571f3-830c-4de6-92f0-df752491c80c" providerId="ADAL" clId="{15246814-D87E-4EC0-8965-2E24E6249C03}" dt="2020-06-03T09:19:27.705" v="371" actId="207"/>
          <ac:spMkLst>
            <pc:docMk/>
            <pc:sldMk cId="2313406810" sldId="4062"/>
            <ac:spMk id="6" creationId="{BB19C02A-45B4-4E70-81F3-D07F56CEFA38}"/>
          </ac:spMkLst>
        </pc:spChg>
        <pc:spChg chg="add mod">
          <ac:chgData name="Kyle Hill" userId="edc571f3-830c-4de6-92f0-df752491c80c" providerId="ADAL" clId="{15246814-D87E-4EC0-8965-2E24E6249C03}" dt="2020-06-03T09:19:58.323" v="381" actId="207"/>
          <ac:spMkLst>
            <pc:docMk/>
            <pc:sldMk cId="2313406810" sldId="4062"/>
            <ac:spMk id="7" creationId="{CDB72D8D-C158-47AE-ACB3-A56163DB667C}"/>
          </ac:spMkLst>
        </pc:spChg>
        <pc:spChg chg="add">
          <ac:chgData name="Kyle Hill" userId="edc571f3-830c-4de6-92f0-df752491c80c" providerId="ADAL" clId="{15246814-D87E-4EC0-8965-2E24E6249C03}" dt="2020-06-03T09:15:49.097" v="339"/>
          <ac:spMkLst>
            <pc:docMk/>
            <pc:sldMk cId="2313406810" sldId="4062"/>
            <ac:spMk id="8" creationId="{C41C2CE7-C140-4E8A-8640-67D870BE4830}"/>
          </ac:spMkLst>
        </pc:spChg>
        <pc:spChg chg="add mod">
          <ac:chgData name="Kyle Hill" userId="edc571f3-830c-4de6-92f0-df752491c80c" providerId="ADAL" clId="{15246814-D87E-4EC0-8965-2E24E6249C03}" dt="2020-06-03T09:20:07.639" v="385" actId="207"/>
          <ac:spMkLst>
            <pc:docMk/>
            <pc:sldMk cId="2313406810" sldId="4062"/>
            <ac:spMk id="9" creationId="{19433A2A-8F72-4AFA-83DF-66A65FA232CA}"/>
          </ac:spMkLst>
        </pc:spChg>
        <pc:spChg chg="add">
          <ac:chgData name="Kyle Hill" userId="edc571f3-830c-4de6-92f0-df752491c80c" providerId="ADAL" clId="{15246814-D87E-4EC0-8965-2E24E6249C03}" dt="2020-06-03T09:15:49.097" v="339"/>
          <ac:spMkLst>
            <pc:docMk/>
            <pc:sldMk cId="2313406810" sldId="4062"/>
            <ac:spMk id="10" creationId="{976F1356-E067-49C1-97DB-4BEFF68ED417}"/>
          </ac:spMkLst>
        </pc:spChg>
        <pc:spChg chg="add mod">
          <ac:chgData name="Kyle Hill" userId="edc571f3-830c-4de6-92f0-df752491c80c" providerId="ADAL" clId="{15246814-D87E-4EC0-8965-2E24E6249C03}" dt="2020-06-03T09:19:38.595" v="375" actId="207"/>
          <ac:spMkLst>
            <pc:docMk/>
            <pc:sldMk cId="2313406810" sldId="4062"/>
            <ac:spMk id="11" creationId="{547D5925-0518-447B-990F-433E73EC7123}"/>
          </ac:spMkLst>
        </pc:spChg>
        <pc:spChg chg="add mod">
          <ac:chgData name="Kyle Hill" userId="edc571f3-830c-4de6-92f0-df752491c80c" providerId="ADAL" clId="{15246814-D87E-4EC0-8965-2E24E6249C03}" dt="2020-06-03T09:19:33.765" v="373" actId="207"/>
          <ac:spMkLst>
            <pc:docMk/>
            <pc:sldMk cId="2313406810" sldId="4062"/>
            <ac:spMk id="12" creationId="{2E170A30-88C0-4BBF-9E6B-9E2987AB585B}"/>
          </ac:spMkLst>
        </pc:spChg>
      </pc:sldChg>
      <pc:sldChg chg="addSp modSp add del">
        <pc:chgData name="Kyle Hill" userId="edc571f3-830c-4de6-92f0-df752491c80c" providerId="ADAL" clId="{15246814-D87E-4EC0-8965-2E24E6249C03}" dt="2020-06-03T10:00:03.550" v="1345" actId="2696"/>
        <pc:sldMkLst>
          <pc:docMk/>
          <pc:sldMk cId="4106092969" sldId="4062"/>
        </pc:sldMkLst>
        <pc:picChg chg="add mod">
          <ac:chgData name="Kyle Hill" userId="edc571f3-830c-4de6-92f0-df752491c80c" providerId="ADAL" clId="{15246814-D87E-4EC0-8965-2E24E6249C03}" dt="2020-06-03T09:55:24.230" v="1260" actId="1076"/>
          <ac:picMkLst>
            <pc:docMk/>
            <pc:sldMk cId="4106092969" sldId="4062"/>
            <ac:picMk id="1026" creationId="{FA22E4A7-C47F-442A-A34A-54A0A7C49C9C}"/>
          </ac:picMkLst>
        </pc:picChg>
      </pc:sldChg>
      <pc:sldChg chg="addSp delSp modSp add del modTransition">
        <pc:chgData name="Kyle Hill" userId="edc571f3-830c-4de6-92f0-df752491c80c" providerId="ADAL" clId="{15246814-D87E-4EC0-8965-2E24E6249C03}" dt="2020-06-03T09:53:27.088" v="1209" actId="2696"/>
        <pc:sldMkLst>
          <pc:docMk/>
          <pc:sldMk cId="3103869291" sldId="2076136609"/>
        </pc:sldMkLst>
        <pc:spChg chg="add del">
          <ac:chgData name="Kyle Hill" userId="edc571f3-830c-4de6-92f0-df752491c80c" providerId="ADAL" clId="{15246814-D87E-4EC0-8965-2E24E6249C03}" dt="2020-06-03T09:34:43.606" v="516"/>
          <ac:spMkLst>
            <pc:docMk/>
            <pc:sldMk cId="3103869291" sldId="2076136609"/>
            <ac:spMk id="83" creationId="{E0328739-49B3-4789-AD4E-E13F7AC97D80}"/>
          </ac:spMkLst>
        </pc:spChg>
        <pc:spChg chg="del">
          <ac:chgData name="Kyle Hill" userId="edc571f3-830c-4de6-92f0-df752491c80c" providerId="ADAL" clId="{15246814-D87E-4EC0-8965-2E24E6249C03}" dt="2020-06-03T09:34:46.792" v="517"/>
          <ac:spMkLst>
            <pc:docMk/>
            <pc:sldMk cId="3103869291" sldId="2076136609"/>
            <ac:spMk id="94" creationId="{5D7AF7DF-C46A-4149-9D73-1727FB392098}"/>
          </ac:spMkLst>
        </pc:spChg>
        <pc:grpChg chg="mod">
          <ac:chgData name="Kyle Hill" userId="edc571f3-830c-4de6-92f0-df752491c80c" providerId="ADAL" clId="{15246814-D87E-4EC0-8965-2E24E6249C03}" dt="2020-06-03T09:34:46.792" v="517"/>
          <ac:grpSpMkLst>
            <pc:docMk/>
            <pc:sldMk cId="3103869291" sldId="2076136609"/>
            <ac:grpSpMk id="18" creationId="{BE77D456-86BE-4730-A6D4-7343C570D0BA}"/>
          </ac:grpSpMkLst>
        </pc:grpChg>
        <pc:grpChg chg="mod">
          <ac:chgData name="Kyle Hill" userId="edc571f3-830c-4de6-92f0-df752491c80c" providerId="ADAL" clId="{15246814-D87E-4EC0-8965-2E24E6249C03}" dt="2020-06-03T09:34:43.606" v="516"/>
          <ac:grpSpMkLst>
            <pc:docMk/>
            <pc:sldMk cId="3103869291" sldId="2076136609"/>
            <ac:grpSpMk id="31" creationId="{39AA4B82-442A-4D97-9CB6-FE5A94505F82}"/>
          </ac:grpSpMkLst>
        </pc:grpChg>
        <pc:grpChg chg="mod">
          <ac:chgData name="Kyle Hill" userId="edc571f3-830c-4de6-92f0-df752491c80c" providerId="ADAL" clId="{15246814-D87E-4EC0-8965-2E24E6249C03}" dt="2020-06-03T09:34:43.606" v="516"/>
          <ac:grpSpMkLst>
            <pc:docMk/>
            <pc:sldMk cId="3103869291" sldId="2076136609"/>
            <ac:grpSpMk id="74" creationId="{DAF29E51-62F9-49E2-96C5-A51FF0CE60CB}"/>
          </ac:grpSpMkLst>
        </pc:grpChg>
      </pc:sldChg>
      <pc:sldChg chg="del">
        <pc:chgData name="Kyle Hill" userId="edc571f3-830c-4de6-92f0-df752491c80c" providerId="ADAL" clId="{15246814-D87E-4EC0-8965-2E24E6249C03}" dt="2020-06-03T09:26:26.988" v="414" actId="2696"/>
        <pc:sldMkLst>
          <pc:docMk/>
          <pc:sldMk cId="3796197224" sldId="2076136610"/>
        </pc:sldMkLst>
      </pc:sldChg>
      <pc:sldChg chg="addSp delSp modSp add del delAnim modAnim">
        <pc:chgData name="Kyle Hill" userId="edc571f3-830c-4de6-92f0-df752491c80c" providerId="ADAL" clId="{15246814-D87E-4EC0-8965-2E24E6249C03}" dt="2020-06-03T08:51:17.618" v="21" actId="2696"/>
        <pc:sldMkLst>
          <pc:docMk/>
          <pc:sldMk cId="0" sldId="2076137556"/>
        </pc:sldMkLst>
        <pc:spChg chg="add del mod">
          <ac:chgData name="Kyle Hill" userId="edc571f3-830c-4de6-92f0-df752491c80c" providerId="ADAL" clId="{15246814-D87E-4EC0-8965-2E24E6249C03}" dt="2020-06-03T08:50:33.776" v="9"/>
          <ac:spMkLst>
            <pc:docMk/>
            <pc:sldMk cId="0" sldId="2076137556"/>
            <ac:spMk id="13" creationId="{B9D250D5-937E-46BA-9887-5EDAEBC86DBB}"/>
          </ac:spMkLst>
        </pc:spChg>
        <pc:spChg chg="add del mod">
          <ac:chgData name="Kyle Hill" userId="edc571f3-830c-4de6-92f0-df752491c80c" providerId="ADAL" clId="{15246814-D87E-4EC0-8965-2E24E6249C03}" dt="2020-06-03T08:50:33.776" v="9"/>
          <ac:spMkLst>
            <pc:docMk/>
            <pc:sldMk cId="0" sldId="2076137556"/>
            <ac:spMk id="14" creationId="{87DEBB1C-14BB-44B3-A2E9-320804C6DD84}"/>
          </ac:spMkLst>
        </pc:spChg>
        <pc:spChg chg="add mod">
          <ac:chgData name="Kyle Hill" userId="edc571f3-830c-4de6-92f0-df752491c80c" providerId="ADAL" clId="{15246814-D87E-4EC0-8965-2E24E6249C03}" dt="2020-06-03T08:49:17.637" v="6" actId="164"/>
          <ac:spMkLst>
            <pc:docMk/>
            <pc:sldMk cId="0" sldId="2076137556"/>
            <ac:spMk id="102" creationId="{5FCB388F-FD19-4313-9DC9-3711E81A1F6C}"/>
          </ac:spMkLst>
        </pc:spChg>
        <pc:spChg chg="del mod">
          <ac:chgData name="Kyle Hill" userId="edc571f3-830c-4de6-92f0-df752491c80c" providerId="ADAL" clId="{15246814-D87E-4EC0-8965-2E24E6249C03}" dt="2020-06-03T08:50:42.796" v="13"/>
          <ac:spMkLst>
            <pc:docMk/>
            <pc:sldMk cId="0" sldId="2076137556"/>
            <ac:spMk id="231" creationId="{06F6CBAD-8795-4619-8C74-6976583D92D7}"/>
          </ac:spMkLst>
        </pc:spChg>
        <pc:grpChg chg="add mod">
          <ac:chgData name="Kyle Hill" userId="edc571f3-830c-4de6-92f0-df752491c80c" providerId="ADAL" clId="{15246814-D87E-4EC0-8965-2E24E6249C03}" dt="2020-06-03T08:49:22.139" v="7" actId="1076"/>
          <ac:grpSpMkLst>
            <pc:docMk/>
            <pc:sldMk cId="0" sldId="2076137556"/>
            <ac:grpSpMk id="12" creationId="{26EAE74F-87BD-4E56-91EC-1484CFD764B5}"/>
          </ac:grpSpMkLst>
        </pc:grpChg>
        <pc:picChg chg="add mod">
          <ac:chgData name="Kyle Hill" userId="edc571f3-830c-4de6-92f0-df752491c80c" providerId="ADAL" clId="{15246814-D87E-4EC0-8965-2E24E6249C03}" dt="2020-06-03T08:49:17.637" v="6" actId="164"/>
          <ac:picMkLst>
            <pc:docMk/>
            <pc:sldMk cId="0" sldId="2076137556"/>
            <ac:picMk id="103" creationId="{8A280B82-CEC8-421E-AC38-3A8CB3C57529}"/>
          </ac:picMkLst>
        </pc:picChg>
        <pc:picChg chg="del">
          <ac:chgData name="Kyle Hill" userId="edc571f3-830c-4de6-92f0-df752491c80c" providerId="ADAL" clId="{15246814-D87E-4EC0-8965-2E24E6249C03}" dt="2020-06-03T08:49:14.275" v="5" actId="478"/>
          <ac:picMkLst>
            <pc:docMk/>
            <pc:sldMk cId="0" sldId="2076137556"/>
            <ac:picMk id="115" creationId="{4B3CFC78-5A1C-4BBC-874A-21891D3884F9}"/>
          </ac:picMkLst>
        </pc:picChg>
      </pc:sldChg>
      <pc:sldChg chg="add del">
        <pc:chgData name="Kyle Hill" userId="edc571f3-830c-4de6-92f0-df752491c80c" providerId="ADAL" clId="{15246814-D87E-4EC0-8965-2E24E6249C03}" dt="2020-06-03T09:53:32.065" v="1210" actId="2696"/>
        <pc:sldMkLst>
          <pc:docMk/>
          <pc:sldMk cId="3338207655" sldId="2076137557"/>
        </pc:sldMkLst>
      </pc:sldChg>
      <pc:sldMasterChg chg="del delSldLayout">
        <pc:chgData name="Kyle Hill" userId="edc571f3-830c-4de6-92f0-df752491c80c" providerId="ADAL" clId="{15246814-D87E-4EC0-8965-2E24E6249C03}" dt="2020-06-03T08:51:33.385" v="67" actId="2696"/>
        <pc:sldMasterMkLst>
          <pc:docMk/>
          <pc:sldMasterMk cId="456487243" sldId="2147483648"/>
        </pc:sldMasterMkLst>
        <pc:sldLayoutChg chg="del">
          <pc:chgData name="Kyle Hill" userId="edc571f3-830c-4de6-92f0-df752491c80c" providerId="ADAL" clId="{15246814-D87E-4EC0-8965-2E24E6249C03}" dt="2020-06-03T08:51:33.373" v="56" actId="2696"/>
          <pc:sldLayoutMkLst>
            <pc:docMk/>
            <pc:sldMasterMk cId="456487243" sldId="2147483648"/>
            <pc:sldLayoutMk cId="196196565" sldId="2147483649"/>
          </pc:sldLayoutMkLst>
        </pc:sldLayoutChg>
        <pc:sldLayoutChg chg="del">
          <pc:chgData name="Kyle Hill" userId="edc571f3-830c-4de6-92f0-df752491c80c" providerId="ADAL" clId="{15246814-D87E-4EC0-8965-2E24E6249C03}" dt="2020-06-03T08:51:33.374" v="57" actId="2696"/>
          <pc:sldLayoutMkLst>
            <pc:docMk/>
            <pc:sldMasterMk cId="456487243" sldId="2147483648"/>
            <pc:sldLayoutMk cId="2244906866" sldId="2147483650"/>
          </pc:sldLayoutMkLst>
        </pc:sldLayoutChg>
        <pc:sldLayoutChg chg="del">
          <pc:chgData name="Kyle Hill" userId="edc571f3-830c-4de6-92f0-df752491c80c" providerId="ADAL" clId="{15246814-D87E-4EC0-8965-2E24E6249C03}" dt="2020-06-03T08:51:33.376" v="58" actId="2696"/>
          <pc:sldLayoutMkLst>
            <pc:docMk/>
            <pc:sldMasterMk cId="456487243" sldId="2147483648"/>
            <pc:sldLayoutMk cId="2409722432" sldId="2147483651"/>
          </pc:sldLayoutMkLst>
        </pc:sldLayoutChg>
        <pc:sldLayoutChg chg="del">
          <pc:chgData name="Kyle Hill" userId="edc571f3-830c-4de6-92f0-df752491c80c" providerId="ADAL" clId="{15246814-D87E-4EC0-8965-2E24E6249C03}" dt="2020-06-03T08:51:33.377" v="59" actId="2696"/>
          <pc:sldLayoutMkLst>
            <pc:docMk/>
            <pc:sldMasterMk cId="456487243" sldId="2147483648"/>
            <pc:sldLayoutMk cId="1986280559" sldId="2147483652"/>
          </pc:sldLayoutMkLst>
        </pc:sldLayoutChg>
        <pc:sldLayoutChg chg="del">
          <pc:chgData name="Kyle Hill" userId="edc571f3-830c-4de6-92f0-df752491c80c" providerId="ADAL" clId="{15246814-D87E-4EC0-8965-2E24E6249C03}" dt="2020-06-03T08:51:33.378" v="60" actId="2696"/>
          <pc:sldLayoutMkLst>
            <pc:docMk/>
            <pc:sldMasterMk cId="456487243" sldId="2147483648"/>
            <pc:sldLayoutMk cId="1741074014" sldId="2147483653"/>
          </pc:sldLayoutMkLst>
        </pc:sldLayoutChg>
        <pc:sldLayoutChg chg="del">
          <pc:chgData name="Kyle Hill" userId="edc571f3-830c-4de6-92f0-df752491c80c" providerId="ADAL" clId="{15246814-D87E-4EC0-8965-2E24E6249C03}" dt="2020-06-03T08:51:33.379" v="61" actId="2696"/>
          <pc:sldLayoutMkLst>
            <pc:docMk/>
            <pc:sldMasterMk cId="456487243" sldId="2147483648"/>
            <pc:sldLayoutMk cId="2109959153" sldId="2147483654"/>
          </pc:sldLayoutMkLst>
        </pc:sldLayoutChg>
        <pc:sldLayoutChg chg="del">
          <pc:chgData name="Kyle Hill" userId="edc571f3-830c-4de6-92f0-df752491c80c" providerId="ADAL" clId="{15246814-D87E-4EC0-8965-2E24E6249C03}" dt="2020-06-03T08:51:33.380" v="62" actId="2696"/>
          <pc:sldLayoutMkLst>
            <pc:docMk/>
            <pc:sldMasterMk cId="456487243" sldId="2147483648"/>
            <pc:sldLayoutMk cId="1192645567" sldId="2147483655"/>
          </pc:sldLayoutMkLst>
        </pc:sldLayoutChg>
        <pc:sldLayoutChg chg="del">
          <pc:chgData name="Kyle Hill" userId="edc571f3-830c-4de6-92f0-df752491c80c" providerId="ADAL" clId="{15246814-D87E-4EC0-8965-2E24E6249C03}" dt="2020-06-03T08:51:33.381" v="63" actId="2696"/>
          <pc:sldLayoutMkLst>
            <pc:docMk/>
            <pc:sldMasterMk cId="456487243" sldId="2147483648"/>
            <pc:sldLayoutMk cId="4024457224" sldId="2147483656"/>
          </pc:sldLayoutMkLst>
        </pc:sldLayoutChg>
        <pc:sldLayoutChg chg="del">
          <pc:chgData name="Kyle Hill" userId="edc571f3-830c-4de6-92f0-df752491c80c" providerId="ADAL" clId="{15246814-D87E-4EC0-8965-2E24E6249C03}" dt="2020-06-03T08:51:33.383" v="64" actId="2696"/>
          <pc:sldLayoutMkLst>
            <pc:docMk/>
            <pc:sldMasterMk cId="456487243" sldId="2147483648"/>
            <pc:sldLayoutMk cId="1583619803" sldId="2147483657"/>
          </pc:sldLayoutMkLst>
        </pc:sldLayoutChg>
        <pc:sldLayoutChg chg="del">
          <pc:chgData name="Kyle Hill" userId="edc571f3-830c-4de6-92f0-df752491c80c" providerId="ADAL" clId="{15246814-D87E-4EC0-8965-2E24E6249C03}" dt="2020-06-03T08:51:33.384" v="65" actId="2696"/>
          <pc:sldLayoutMkLst>
            <pc:docMk/>
            <pc:sldMasterMk cId="456487243" sldId="2147483648"/>
            <pc:sldLayoutMk cId="1296706183" sldId="2147483658"/>
          </pc:sldLayoutMkLst>
        </pc:sldLayoutChg>
        <pc:sldLayoutChg chg="del">
          <pc:chgData name="Kyle Hill" userId="edc571f3-830c-4de6-92f0-df752491c80c" providerId="ADAL" clId="{15246814-D87E-4EC0-8965-2E24E6249C03}" dt="2020-06-03T08:51:33.384" v="66" actId="2696"/>
          <pc:sldLayoutMkLst>
            <pc:docMk/>
            <pc:sldMasterMk cId="456487243" sldId="2147483648"/>
            <pc:sldLayoutMk cId="1238266559" sldId="2147483659"/>
          </pc:sldLayoutMkLst>
        </pc:sldLayoutChg>
      </pc:sldMasterChg>
      <pc:sldMasterChg chg="del delSldLayout">
        <pc:chgData name="Kyle Hill" userId="edc571f3-830c-4de6-92f0-df752491c80c" providerId="ADAL" clId="{15246814-D87E-4EC0-8965-2E24E6249C03}" dt="2020-06-03T08:51:30.638" v="55" actId="2696"/>
        <pc:sldMasterMkLst>
          <pc:docMk/>
          <pc:sldMasterMk cId="2484492066" sldId="2147483660"/>
        </pc:sldMasterMkLst>
        <pc:sldLayoutChg chg="del">
          <pc:chgData name="Kyle Hill" userId="edc571f3-830c-4de6-92f0-df752491c80c" providerId="ADAL" clId="{15246814-D87E-4EC0-8965-2E24E6249C03}" dt="2020-06-03T08:51:30.584" v="23" actId="2696"/>
          <pc:sldLayoutMkLst>
            <pc:docMk/>
            <pc:sldMasterMk cId="2484492066" sldId="2147483660"/>
            <pc:sldLayoutMk cId="2167654286" sldId="2147483661"/>
          </pc:sldLayoutMkLst>
        </pc:sldLayoutChg>
        <pc:sldLayoutChg chg="del">
          <pc:chgData name="Kyle Hill" userId="edc571f3-830c-4de6-92f0-df752491c80c" providerId="ADAL" clId="{15246814-D87E-4EC0-8965-2E24E6249C03}" dt="2020-06-03T08:51:30.587" v="24" actId="2696"/>
          <pc:sldLayoutMkLst>
            <pc:docMk/>
            <pc:sldMasterMk cId="2484492066" sldId="2147483660"/>
            <pc:sldLayoutMk cId="555015320" sldId="2147483662"/>
          </pc:sldLayoutMkLst>
        </pc:sldLayoutChg>
        <pc:sldLayoutChg chg="del">
          <pc:chgData name="Kyle Hill" userId="edc571f3-830c-4de6-92f0-df752491c80c" providerId="ADAL" clId="{15246814-D87E-4EC0-8965-2E24E6249C03}" dt="2020-06-03T08:51:30.589" v="25" actId="2696"/>
          <pc:sldLayoutMkLst>
            <pc:docMk/>
            <pc:sldMasterMk cId="2484492066" sldId="2147483660"/>
            <pc:sldLayoutMk cId="1660768827" sldId="2147483663"/>
          </pc:sldLayoutMkLst>
        </pc:sldLayoutChg>
        <pc:sldLayoutChg chg="del">
          <pc:chgData name="Kyle Hill" userId="edc571f3-830c-4de6-92f0-df752491c80c" providerId="ADAL" clId="{15246814-D87E-4EC0-8965-2E24E6249C03}" dt="2020-06-03T08:51:30.591" v="26" actId="2696"/>
          <pc:sldLayoutMkLst>
            <pc:docMk/>
            <pc:sldMasterMk cId="2484492066" sldId="2147483660"/>
            <pc:sldLayoutMk cId="3063252976" sldId="2147483664"/>
          </pc:sldLayoutMkLst>
        </pc:sldLayoutChg>
        <pc:sldLayoutChg chg="del">
          <pc:chgData name="Kyle Hill" userId="edc571f3-830c-4de6-92f0-df752491c80c" providerId="ADAL" clId="{15246814-D87E-4EC0-8965-2E24E6249C03}" dt="2020-06-03T08:51:30.593" v="27" actId="2696"/>
          <pc:sldLayoutMkLst>
            <pc:docMk/>
            <pc:sldMasterMk cId="2484492066" sldId="2147483660"/>
            <pc:sldLayoutMk cId="1301180017" sldId="2147483665"/>
          </pc:sldLayoutMkLst>
        </pc:sldLayoutChg>
        <pc:sldLayoutChg chg="del">
          <pc:chgData name="Kyle Hill" userId="edc571f3-830c-4de6-92f0-df752491c80c" providerId="ADAL" clId="{15246814-D87E-4EC0-8965-2E24E6249C03}" dt="2020-06-03T08:51:30.595" v="28" actId="2696"/>
          <pc:sldLayoutMkLst>
            <pc:docMk/>
            <pc:sldMasterMk cId="2484492066" sldId="2147483660"/>
            <pc:sldLayoutMk cId="1866271377" sldId="2147483666"/>
          </pc:sldLayoutMkLst>
        </pc:sldLayoutChg>
        <pc:sldLayoutChg chg="del">
          <pc:chgData name="Kyle Hill" userId="edc571f3-830c-4de6-92f0-df752491c80c" providerId="ADAL" clId="{15246814-D87E-4EC0-8965-2E24E6249C03}" dt="2020-06-03T08:51:30.597" v="29" actId="2696"/>
          <pc:sldLayoutMkLst>
            <pc:docMk/>
            <pc:sldMasterMk cId="2484492066" sldId="2147483660"/>
            <pc:sldLayoutMk cId="2126027646" sldId="2147483667"/>
          </pc:sldLayoutMkLst>
        </pc:sldLayoutChg>
        <pc:sldLayoutChg chg="del">
          <pc:chgData name="Kyle Hill" userId="edc571f3-830c-4de6-92f0-df752491c80c" providerId="ADAL" clId="{15246814-D87E-4EC0-8965-2E24E6249C03}" dt="2020-06-03T08:51:30.599" v="30" actId="2696"/>
          <pc:sldLayoutMkLst>
            <pc:docMk/>
            <pc:sldMasterMk cId="2484492066" sldId="2147483660"/>
            <pc:sldLayoutMk cId="3544006574" sldId="2147483668"/>
          </pc:sldLayoutMkLst>
        </pc:sldLayoutChg>
        <pc:sldLayoutChg chg="del">
          <pc:chgData name="Kyle Hill" userId="edc571f3-830c-4de6-92f0-df752491c80c" providerId="ADAL" clId="{15246814-D87E-4EC0-8965-2E24E6249C03}" dt="2020-06-03T08:51:30.601" v="31" actId="2696"/>
          <pc:sldLayoutMkLst>
            <pc:docMk/>
            <pc:sldMasterMk cId="2484492066" sldId="2147483660"/>
            <pc:sldLayoutMk cId="938410966" sldId="2147483669"/>
          </pc:sldLayoutMkLst>
        </pc:sldLayoutChg>
        <pc:sldLayoutChg chg="del">
          <pc:chgData name="Kyle Hill" userId="edc571f3-830c-4de6-92f0-df752491c80c" providerId="ADAL" clId="{15246814-D87E-4EC0-8965-2E24E6249C03}" dt="2020-06-03T08:51:30.602" v="32" actId="2696"/>
          <pc:sldLayoutMkLst>
            <pc:docMk/>
            <pc:sldMasterMk cId="2484492066" sldId="2147483660"/>
            <pc:sldLayoutMk cId="346657521" sldId="2147483670"/>
          </pc:sldLayoutMkLst>
        </pc:sldLayoutChg>
        <pc:sldLayoutChg chg="del">
          <pc:chgData name="Kyle Hill" userId="edc571f3-830c-4de6-92f0-df752491c80c" providerId="ADAL" clId="{15246814-D87E-4EC0-8965-2E24E6249C03}" dt="2020-06-03T08:51:30.604" v="33" actId="2696"/>
          <pc:sldLayoutMkLst>
            <pc:docMk/>
            <pc:sldMasterMk cId="2484492066" sldId="2147483660"/>
            <pc:sldLayoutMk cId="182829713" sldId="2147483671"/>
          </pc:sldLayoutMkLst>
        </pc:sldLayoutChg>
        <pc:sldLayoutChg chg="del">
          <pc:chgData name="Kyle Hill" userId="edc571f3-830c-4de6-92f0-df752491c80c" providerId="ADAL" clId="{15246814-D87E-4EC0-8965-2E24E6249C03}" dt="2020-06-03T08:51:30.606" v="34" actId="2696"/>
          <pc:sldLayoutMkLst>
            <pc:docMk/>
            <pc:sldMasterMk cId="2484492066" sldId="2147483660"/>
            <pc:sldLayoutMk cId="77689308" sldId="2147483672"/>
          </pc:sldLayoutMkLst>
        </pc:sldLayoutChg>
        <pc:sldLayoutChg chg="del">
          <pc:chgData name="Kyle Hill" userId="edc571f3-830c-4de6-92f0-df752491c80c" providerId="ADAL" clId="{15246814-D87E-4EC0-8965-2E24E6249C03}" dt="2020-06-03T08:51:30.607" v="35" actId="2696"/>
          <pc:sldLayoutMkLst>
            <pc:docMk/>
            <pc:sldMasterMk cId="2484492066" sldId="2147483660"/>
            <pc:sldLayoutMk cId="1560432914" sldId="2147483673"/>
          </pc:sldLayoutMkLst>
        </pc:sldLayoutChg>
        <pc:sldLayoutChg chg="del">
          <pc:chgData name="Kyle Hill" userId="edc571f3-830c-4de6-92f0-df752491c80c" providerId="ADAL" clId="{15246814-D87E-4EC0-8965-2E24E6249C03}" dt="2020-06-03T08:51:30.608" v="36" actId="2696"/>
          <pc:sldLayoutMkLst>
            <pc:docMk/>
            <pc:sldMasterMk cId="2484492066" sldId="2147483660"/>
            <pc:sldLayoutMk cId="3445382187" sldId="2147483674"/>
          </pc:sldLayoutMkLst>
        </pc:sldLayoutChg>
        <pc:sldLayoutChg chg="del">
          <pc:chgData name="Kyle Hill" userId="edc571f3-830c-4de6-92f0-df752491c80c" providerId="ADAL" clId="{15246814-D87E-4EC0-8965-2E24E6249C03}" dt="2020-06-03T08:51:30.610" v="37" actId="2696"/>
          <pc:sldLayoutMkLst>
            <pc:docMk/>
            <pc:sldMasterMk cId="2484492066" sldId="2147483660"/>
            <pc:sldLayoutMk cId="733215248" sldId="2147483675"/>
          </pc:sldLayoutMkLst>
        </pc:sldLayoutChg>
        <pc:sldLayoutChg chg="del">
          <pc:chgData name="Kyle Hill" userId="edc571f3-830c-4de6-92f0-df752491c80c" providerId="ADAL" clId="{15246814-D87E-4EC0-8965-2E24E6249C03}" dt="2020-06-03T08:51:30.612" v="38" actId="2696"/>
          <pc:sldLayoutMkLst>
            <pc:docMk/>
            <pc:sldMasterMk cId="2484492066" sldId="2147483660"/>
            <pc:sldLayoutMk cId="1687931650" sldId="2147483676"/>
          </pc:sldLayoutMkLst>
        </pc:sldLayoutChg>
        <pc:sldLayoutChg chg="del">
          <pc:chgData name="Kyle Hill" userId="edc571f3-830c-4de6-92f0-df752491c80c" providerId="ADAL" clId="{15246814-D87E-4EC0-8965-2E24E6249C03}" dt="2020-06-03T08:51:30.614" v="39" actId="2696"/>
          <pc:sldLayoutMkLst>
            <pc:docMk/>
            <pc:sldMasterMk cId="2484492066" sldId="2147483660"/>
            <pc:sldLayoutMk cId="618013937" sldId="2147483677"/>
          </pc:sldLayoutMkLst>
        </pc:sldLayoutChg>
        <pc:sldLayoutChg chg="del">
          <pc:chgData name="Kyle Hill" userId="edc571f3-830c-4de6-92f0-df752491c80c" providerId="ADAL" clId="{15246814-D87E-4EC0-8965-2E24E6249C03}" dt="2020-06-03T08:51:30.615" v="40" actId="2696"/>
          <pc:sldLayoutMkLst>
            <pc:docMk/>
            <pc:sldMasterMk cId="2484492066" sldId="2147483660"/>
            <pc:sldLayoutMk cId="3758103112" sldId="2147483678"/>
          </pc:sldLayoutMkLst>
        </pc:sldLayoutChg>
        <pc:sldLayoutChg chg="del">
          <pc:chgData name="Kyle Hill" userId="edc571f3-830c-4de6-92f0-df752491c80c" providerId="ADAL" clId="{15246814-D87E-4EC0-8965-2E24E6249C03}" dt="2020-06-03T08:51:30.617" v="41" actId="2696"/>
          <pc:sldLayoutMkLst>
            <pc:docMk/>
            <pc:sldMasterMk cId="2484492066" sldId="2147483660"/>
            <pc:sldLayoutMk cId="415044344" sldId="2147483679"/>
          </pc:sldLayoutMkLst>
        </pc:sldLayoutChg>
        <pc:sldLayoutChg chg="del">
          <pc:chgData name="Kyle Hill" userId="edc571f3-830c-4de6-92f0-df752491c80c" providerId="ADAL" clId="{15246814-D87E-4EC0-8965-2E24E6249C03}" dt="2020-06-03T08:51:30.618" v="42" actId="2696"/>
          <pc:sldLayoutMkLst>
            <pc:docMk/>
            <pc:sldMasterMk cId="2484492066" sldId="2147483660"/>
            <pc:sldLayoutMk cId="1860786035" sldId="2147483680"/>
          </pc:sldLayoutMkLst>
        </pc:sldLayoutChg>
        <pc:sldLayoutChg chg="del">
          <pc:chgData name="Kyle Hill" userId="edc571f3-830c-4de6-92f0-df752491c80c" providerId="ADAL" clId="{15246814-D87E-4EC0-8965-2E24E6249C03}" dt="2020-06-03T08:51:30.620" v="43" actId="2696"/>
          <pc:sldLayoutMkLst>
            <pc:docMk/>
            <pc:sldMasterMk cId="2484492066" sldId="2147483660"/>
            <pc:sldLayoutMk cId="793087485" sldId="2147483681"/>
          </pc:sldLayoutMkLst>
        </pc:sldLayoutChg>
        <pc:sldLayoutChg chg="del">
          <pc:chgData name="Kyle Hill" userId="edc571f3-830c-4de6-92f0-df752491c80c" providerId="ADAL" clId="{15246814-D87E-4EC0-8965-2E24E6249C03}" dt="2020-06-03T08:51:30.621" v="44" actId="2696"/>
          <pc:sldLayoutMkLst>
            <pc:docMk/>
            <pc:sldMasterMk cId="2484492066" sldId="2147483660"/>
            <pc:sldLayoutMk cId="924900443" sldId="2147483682"/>
          </pc:sldLayoutMkLst>
        </pc:sldLayoutChg>
        <pc:sldLayoutChg chg="del">
          <pc:chgData name="Kyle Hill" userId="edc571f3-830c-4de6-92f0-df752491c80c" providerId="ADAL" clId="{15246814-D87E-4EC0-8965-2E24E6249C03}" dt="2020-06-03T08:51:30.622" v="45" actId="2696"/>
          <pc:sldLayoutMkLst>
            <pc:docMk/>
            <pc:sldMasterMk cId="2484492066" sldId="2147483660"/>
            <pc:sldLayoutMk cId="3806714244" sldId="2147483683"/>
          </pc:sldLayoutMkLst>
        </pc:sldLayoutChg>
        <pc:sldLayoutChg chg="del">
          <pc:chgData name="Kyle Hill" userId="edc571f3-830c-4de6-92f0-df752491c80c" providerId="ADAL" clId="{15246814-D87E-4EC0-8965-2E24E6249C03}" dt="2020-06-03T08:51:30.623" v="46" actId="2696"/>
          <pc:sldLayoutMkLst>
            <pc:docMk/>
            <pc:sldMasterMk cId="2484492066" sldId="2147483660"/>
            <pc:sldLayoutMk cId="3795095221" sldId="2147483684"/>
          </pc:sldLayoutMkLst>
        </pc:sldLayoutChg>
        <pc:sldLayoutChg chg="del">
          <pc:chgData name="Kyle Hill" userId="edc571f3-830c-4de6-92f0-df752491c80c" providerId="ADAL" clId="{15246814-D87E-4EC0-8965-2E24E6249C03}" dt="2020-06-03T08:51:30.625" v="47" actId="2696"/>
          <pc:sldLayoutMkLst>
            <pc:docMk/>
            <pc:sldMasterMk cId="2484492066" sldId="2147483660"/>
            <pc:sldLayoutMk cId="2999135026" sldId="2147483685"/>
          </pc:sldLayoutMkLst>
        </pc:sldLayoutChg>
        <pc:sldLayoutChg chg="del">
          <pc:chgData name="Kyle Hill" userId="edc571f3-830c-4de6-92f0-df752491c80c" providerId="ADAL" clId="{15246814-D87E-4EC0-8965-2E24E6249C03}" dt="2020-06-03T08:51:30.626" v="48" actId="2696"/>
          <pc:sldLayoutMkLst>
            <pc:docMk/>
            <pc:sldMasterMk cId="2484492066" sldId="2147483660"/>
            <pc:sldLayoutMk cId="1367629105" sldId="2147483686"/>
          </pc:sldLayoutMkLst>
        </pc:sldLayoutChg>
        <pc:sldLayoutChg chg="del">
          <pc:chgData name="Kyle Hill" userId="edc571f3-830c-4de6-92f0-df752491c80c" providerId="ADAL" clId="{15246814-D87E-4EC0-8965-2E24E6249C03}" dt="2020-06-03T08:51:30.627" v="49" actId="2696"/>
          <pc:sldLayoutMkLst>
            <pc:docMk/>
            <pc:sldMasterMk cId="2484492066" sldId="2147483660"/>
            <pc:sldLayoutMk cId="3225563027" sldId="2147483687"/>
          </pc:sldLayoutMkLst>
        </pc:sldLayoutChg>
        <pc:sldLayoutChg chg="del">
          <pc:chgData name="Kyle Hill" userId="edc571f3-830c-4de6-92f0-df752491c80c" providerId="ADAL" clId="{15246814-D87E-4EC0-8965-2E24E6249C03}" dt="2020-06-03T08:51:30.628" v="50" actId="2696"/>
          <pc:sldLayoutMkLst>
            <pc:docMk/>
            <pc:sldMasterMk cId="2484492066" sldId="2147483660"/>
            <pc:sldLayoutMk cId="4011005100" sldId="2147483688"/>
          </pc:sldLayoutMkLst>
        </pc:sldLayoutChg>
        <pc:sldLayoutChg chg="del">
          <pc:chgData name="Kyle Hill" userId="edc571f3-830c-4de6-92f0-df752491c80c" providerId="ADAL" clId="{15246814-D87E-4EC0-8965-2E24E6249C03}" dt="2020-06-03T08:51:30.629" v="51" actId="2696"/>
          <pc:sldLayoutMkLst>
            <pc:docMk/>
            <pc:sldMasterMk cId="2484492066" sldId="2147483660"/>
            <pc:sldLayoutMk cId="142664656" sldId="2147483689"/>
          </pc:sldLayoutMkLst>
        </pc:sldLayoutChg>
        <pc:sldLayoutChg chg="del">
          <pc:chgData name="Kyle Hill" userId="edc571f3-830c-4de6-92f0-df752491c80c" providerId="ADAL" clId="{15246814-D87E-4EC0-8965-2E24E6249C03}" dt="2020-06-03T08:51:30.630" v="52" actId="2696"/>
          <pc:sldLayoutMkLst>
            <pc:docMk/>
            <pc:sldMasterMk cId="2484492066" sldId="2147483660"/>
            <pc:sldLayoutMk cId="2756259472" sldId="2147483690"/>
          </pc:sldLayoutMkLst>
        </pc:sldLayoutChg>
        <pc:sldLayoutChg chg="del">
          <pc:chgData name="Kyle Hill" userId="edc571f3-830c-4de6-92f0-df752491c80c" providerId="ADAL" clId="{15246814-D87E-4EC0-8965-2E24E6249C03}" dt="2020-06-03T08:51:30.632" v="53" actId="2696"/>
          <pc:sldLayoutMkLst>
            <pc:docMk/>
            <pc:sldMasterMk cId="2484492066" sldId="2147483660"/>
            <pc:sldLayoutMk cId="267009263" sldId="2147483691"/>
          </pc:sldLayoutMkLst>
        </pc:sldLayoutChg>
        <pc:sldLayoutChg chg="del">
          <pc:chgData name="Kyle Hill" userId="edc571f3-830c-4de6-92f0-df752491c80c" providerId="ADAL" clId="{15246814-D87E-4EC0-8965-2E24E6249C03}" dt="2020-06-03T08:51:17.619" v="22" actId="2696"/>
          <pc:sldLayoutMkLst>
            <pc:docMk/>
            <pc:sldMasterMk cId="2484492066" sldId="2147483660"/>
            <pc:sldLayoutMk cId="682245657" sldId="2147483692"/>
          </pc:sldLayoutMkLst>
        </pc:sldLayoutChg>
        <pc:sldLayoutChg chg="del">
          <pc:chgData name="Kyle Hill" userId="edc571f3-830c-4de6-92f0-df752491c80c" providerId="ADAL" clId="{15246814-D87E-4EC0-8965-2E24E6249C03}" dt="2020-06-03T08:51:30.633" v="54" actId="2696"/>
          <pc:sldLayoutMkLst>
            <pc:docMk/>
            <pc:sldMasterMk cId="2484492066" sldId="2147483660"/>
            <pc:sldLayoutMk cId="1244117909" sldId="2147483693"/>
          </pc:sldLayoutMkLst>
        </pc:sldLayoutChg>
      </pc:sldMasterChg>
      <pc:sldMasterChg chg="modSp delSldLayout">
        <pc:chgData name="Kyle Hill" userId="edc571f3-830c-4de6-92f0-df752491c80c" providerId="ADAL" clId="{15246814-D87E-4EC0-8965-2E24E6249C03}" dt="2020-06-03T10:36:02.777" v="1926" actId="2696"/>
        <pc:sldMasterMkLst>
          <pc:docMk/>
          <pc:sldMasterMk cId="4015665643" sldId="2147483694"/>
        </pc:sldMasterMkLst>
        <pc:spChg chg="mod">
          <ac:chgData name="Kyle Hill" userId="edc571f3-830c-4de6-92f0-df752491c80c" providerId="ADAL" clId="{15246814-D87E-4EC0-8965-2E24E6249C03}" dt="2020-06-03T10:31:17.531" v="1866" actId="20577"/>
          <ac:spMkLst>
            <pc:docMk/>
            <pc:sldMasterMk cId="4015665643" sldId="2147483694"/>
            <ac:spMk id="35" creationId="{D55163B3-8138-3749-928F-B56A505153A1}"/>
          </ac:spMkLst>
        </pc:spChg>
        <pc:sldLayoutChg chg="del">
          <pc:chgData name="Kyle Hill" userId="edc571f3-830c-4de6-92f0-df752491c80c" providerId="ADAL" clId="{15246814-D87E-4EC0-8965-2E24E6249C03}" dt="2020-06-03T10:36:02.777" v="1926" actId="2696"/>
          <pc:sldLayoutMkLst>
            <pc:docMk/>
            <pc:sldMasterMk cId="4015665643" sldId="2147483694"/>
            <pc:sldLayoutMk cId="49647362" sldId="2147483695"/>
          </pc:sldLayoutMkLst>
        </pc:sldLayoutChg>
        <pc:sldLayoutChg chg="del">
          <pc:chgData name="Kyle Hill" userId="edc571f3-830c-4de6-92f0-df752491c80c" providerId="ADAL" clId="{15246814-D87E-4EC0-8965-2E24E6249C03}" dt="2020-06-03T10:36:00.005" v="1900" actId="2696"/>
          <pc:sldLayoutMkLst>
            <pc:docMk/>
            <pc:sldMasterMk cId="4015665643" sldId="2147483694"/>
            <pc:sldLayoutMk cId="2145314782" sldId="2147483697"/>
          </pc:sldLayoutMkLst>
        </pc:sldLayoutChg>
        <pc:sldLayoutChg chg="del">
          <pc:chgData name="Kyle Hill" userId="edc571f3-830c-4de6-92f0-df752491c80c" providerId="ADAL" clId="{15246814-D87E-4EC0-8965-2E24E6249C03}" dt="2020-06-03T10:36:00.018" v="1901" actId="2696"/>
          <pc:sldLayoutMkLst>
            <pc:docMk/>
            <pc:sldMasterMk cId="4015665643" sldId="2147483694"/>
            <pc:sldLayoutMk cId="1029914936" sldId="2147483698"/>
          </pc:sldLayoutMkLst>
        </pc:sldLayoutChg>
        <pc:sldLayoutChg chg="del">
          <pc:chgData name="Kyle Hill" userId="edc571f3-830c-4de6-92f0-df752491c80c" providerId="ADAL" clId="{15246814-D87E-4EC0-8965-2E24E6249C03}" dt="2020-06-03T10:36:00.030" v="1902" actId="2696"/>
          <pc:sldLayoutMkLst>
            <pc:docMk/>
            <pc:sldMasterMk cId="4015665643" sldId="2147483694"/>
            <pc:sldLayoutMk cId="4275565858" sldId="2147483699"/>
          </pc:sldLayoutMkLst>
        </pc:sldLayoutChg>
        <pc:sldLayoutChg chg="del">
          <pc:chgData name="Kyle Hill" userId="edc571f3-830c-4de6-92f0-df752491c80c" providerId="ADAL" clId="{15246814-D87E-4EC0-8965-2E24E6249C03}" dt="2020-06-03T10:36:00.045" v="1903" actId="2696"/>
          <pc:sldLayoutMkLst>
            <pc:docMk/>
            <pc:sldMasterMk cId="4015665643" sldId="2147483694"/>
            <pc:sldLayoutMk cId="2623780346" sldId="2147483700"/>
          </pc:sldLayoutMkLst>
        </pc:sldLayoutChg>
        <pc:sldLayoutChg chg="del">
          <pc:chgData name="Kyle Hill" userId="edc571f3-830c-4de6-92f0-df752491c80c" providerId="ADAL" clId="{15246814-D87E-4EC0-8965-2E24E6249C03}" dt="2020-06-03T10:36:00.055" v="1904" actId="2696"/>
          <pc:sldLayoutMkLst>
            <pc:docMk/>
            <pc:sldMasterMk cId="4015665643" sldId="2147483694"/>
            <pc:sldLayoutMk cId="1027296223" sldId="2147483701"/>
          </pc:sldLayoutMkLst>
        </pc:sldLayoutChg>
        <pc:sldLayoutChg chg="del">
          <pc:chgData name="Kyle Hill" userId="edc571f3-830c-4de6-92f0-df752491c80c" providerId="ADAL" clId="{15246814-D87E-4EC0-8965-2E24E6249C03}" dt="2020-06-03T10:36:00.064" v="1905" actId="2696"/>
          <pc:sldLayoutMkLst>
            <pc:docMk/>
            <pc:sldMasterMk cId="4015665643" sldId="2147483694"/>
            <pc:sldLayoutMk cId="1693607398" sldId="2147483702"/>
          </pc:sldLayoutMkLst>
        </pc:sldLayoutChg>
        <pc:sldLayoutChg chg="del">
          <pc:chgData name="Kyle Hill" userId="edc571f3-830c-4de6-92f0-df752491c80c" providerId="ADAL" clId="{15246814-D87E-4EC0-8965-2E24E6249C03}" dt="2020-06-03T10:36:00.074" v="1906" actId="2696"/>
          <pc:sldLayoutMkLst>
            <pc:docMk/>
            <pc:sldMasterMk cId="4015665643" sldId="2147483694"/>
            <pc:sldLayoutMk cId="818113050" sldId="2147483703"/>
          </pc:sldLayoutMkLst>
        </pc:sldLayoutChg>
        <pc:sldLayoutChg chg="del">
          <pc:chgData name="Kyle Hill" userId="edc571f3-830c-4de6-92f0-df752491c80c" providerId="ADAL" clId="{15246814-D87E-4EC0-8965-2E24E6249C03}" dt="2020-06-03T10:36:00.081" v="1907" actId="2696"/>
          <pc:sldLayoutMkLst>
            <pc:docMk/>
            <pc:sldMasterMk cId="4015665643" sldId="2147483694"/>
            <pc:sldLayoutMk cId="2254678904" sldId="2147483704"/>
          </pc:sldLayoutMkLst>
        </pc:sldLayoutChg>
        <pc:sldLayoutChg chg="del">
          <pc:chgData name="Kyle Hill" userId="edc571f3-830c-4de6-92f0-df752491c80c" providerId="ADAL" clId="{15246814-D87E-4EC0-8965-2E24E6249C03}" dt="2020-06-03T10:36:00.094" v="1908" actId="2696"/>
          <pc:sldLayoutMkLst>
            <pc:docMk/>
            <pc:sldMasterMk cId="4015665643" sldId="2147483694"/>
            <pc:sldLayoutMk cId="629926925" sldId="2147483705"/>
          </pc:sldLayoutMkLst>
        </pc:sldLayoutChg>
        <pc:sldLayoutChg chg="del">
          <pc:chgData name="Kyle Hill" userId="edc571f3-830c-4de6-92f0-df752491c80c" providerId="ADAL" clId="{15246814-D87E-4EC0-8965-2E24E6249C03}" dt="2020-06-03T10:36:00.110" v="1909" actId="2696"/>
          <pc:sldLayoutMkLst>
            <pc:docMk/>
            <pc:sldMasterMk cId="4015665643" sldId="2147483694"/>
            <pc:sldLayoutMk cId="1179787240" sldId="2147483706"/>
          </pc:sldLayoutMkLst>
        </pc:sldLayoutChg>
        <pc:sldLayoutChg chg="del">
          <pc:chgData name="Kyle Hill" userId="edc571f3-830c-4de6-92f0-df752491c80c" providerId="ADAL" clId="{15246814-D87E-4EC0-8965-2E24E6249C03}" dt="2020-06-03T10:36:00.117" v="1910" actId="2696"/>
          <pc:sldLayoutMkLst>
            <pc:docMk/>
            <pc:sldMasterMk cId="4015665643" sldId="2147483694"/>
            <pc:sldLayoutMk cId="2167806500" sldId="2147483707"/>
          </pc:sldLayoutMkLst>
        </pc:sldLayoutChg>
        <pc:sldLayoutChg chg="del">
          <pc:chgData name="Kyle Hill" userId="edc571f3-830c-4de6-92f0-df752491c80c" providerId="ADAL" clId="{15246814-D87E-4EC0-8965-2E24E6249C03}" dt="2020-06-03T10:36:00.123" v="1911" actId="2696"/>
          <pc:sldLayoutMkLst>
            <pc:docMk/>
            <pc:sldMasterMk cId="4015665643" sldId="2147483694"/>
            <pc:sldLayoutMk cId="3758633422" sldId="2147483708"/>
          </pc:sldLayoutMkLst>
        </pc:sldLayoutChg>
        <pc:sldLayoutChg chg="del">
          <pc:chgData name="Kyle Hill" userId="edc571f3-830c-4de6-92f0-df752491c80c" providerId="ADAL" clId="{15246814-D87E-4EC0-8965-2E24E6249C03}" dt="2020-06-03T10:36:00.133" v="1912" actId="2696"/>
          <pc:sldLayoutMkLst>
            <pc:docMk/>
            <pc:sldMasterMk cId="4015665643" sldId="2147483694"/>
            <pc:sldLayoutMk cId="844239955" sldId="2147483709"/>
          </pc:sldLayoutMkLst>
        </pc:sldLayoutChg>
        <pc:sldLayoutChg chg="del">
          <pc:chgData name="Kyle Hill" userId="edc571f3-830c-4de6-92f0-df752491c80c" providerId="ADAL" clId="{15246814-D87E-4EC0-8965-2E24E6249C03}" dt="2020-06-03T10:36:00.139" v="1913" actId="2696"/>
          <pc:sldLayoutMkLst>
            <pc:docMk/>
            <pc:sldMasterMk cId="4015665643" sldId="2147483694"/>
            <pc:sldLayoutMk cId="1614141110" sldId="2147483710"/>
          </pc:sldLayoutMkLst>
        </pc:sldLayoutChg>
        <pc:sldLayoutChg chg="del">
          <pc:chgData name="Kyle Hill" userId="edc571f3-830c-4de6-92f0-df752491c80c" providerId="ADAL" clId="{15246814-D87E-4EC0-8965-2E24E6249C03}" dt="2020-06-03T10:36:00.146" v="1914" actId="2696"/>
          <pc:sldLayoutMkLst>
            <pc:docMk/>
            <pc:sldMasterMk cId="4015665643" sldId="2147483694"/>
            <pc:sldLayoutMk cId="2205285960" sldId="2147483711"/>
          </pc:sldLayoutMkLst>
        </pc:sldLayoutChg>
        <pc:sldLayoutChg chg="del">
          <pc:chgData name="Kyle Hill" userId="edc571f3-830c-4de6-92f0-df752491c80c" providerId="ADAL" clId="{15246814-D87E-4EC0-8965-2E24E6249C03}" dt="2020-06-03T10:36:00.154" v="1915" actId="2696"/>
          <pc:sldLayoutMkLst>
            <pc:docMk/>
            <pc:sldMasterMk cId="4015665643" sldId="2147483694"/>
            <pc:sldLayoutMk cId="2075635288" sldId="2147483712"/>
          </pc:sldLayoutMkLst>
        </pc:sldLayoutChg>
        <pc:sldLayoutChg chg="del">
          <pc:chgData name="Kyle Hill" userId="edc571f3-830c-4de6-92f0-df752491c80c" providerId="ADAL" clId="{15246814-D87E-4EC0-8965-2E24E6249C03}" dt="2020-06-03T10:36:00.160" v="1916" actId="2696"/>
          <pc:sldLayoutMkLst>
            <pc:docMk/>
            <pc:sldMasterMk cId="4015665643" sldId="2147483694"/>
            <pc:sldLayoutMk cId="2440643773" sldId="2147483713"/>
          </pc:sldLayoutMkLst>
        </pc:sldLayoutChg>
        <pc:sldLayoutChg chg="del">
          <pc:chgData name="Kyle Hill" userId="edc571f3-830c-4de6-92f0-df752491c80c" providerId="ADAL" clId="{15246814-D87E-4EC0-8965-2E24E6249C03}" dt="2020-06-03T10:36:00.167" v="1917" actId="2696"/>
          <pc:sldLayoutMkLst>
            <pc:docMk/>
            <pc:sldMasterMk cId="4015665643" sldId="2147483694"/>
            <pc:sldLayoutMk cId="1473759618" sldId="2147483714"/>
          </pc:sldLayoutMkLst>
        </pc:sldLayoutChg>
        <pc:sldLayoutChg chg="del">
          <pc:chgData name="Kyle Hill" userId="edc571f3-830c-4de6-92f0-df752491c80c" providerId="ADAL" clId="{15246814-D87E-4EC0-8965-2E24E6249C03}" dt="2020-06-03T10:36:00.173" v="1918" actId="2696"/>
          <pc:sldLayoutMkLst>
            <pc:docMk/>
            <pc:sldMasterMk cId="4015665643" sldId="2147483694"/>
            <pc:sldLayoutMk cId="1269760180" sldId="2147483715"/>
          </pc:sldLayoutMkLst>
        </pc:sldLayoutChg>
        <pc:sldLayoutChg chg="del">
          <pc:chgData name="Kyle Hill" userId="edc571f3-830c-4de6-92f0-df752491c80c" providerId="ADAL" clId="{15246814-D87E-4EC0-8965-2E24E6249C03}" dt="2020-06-03T10:36:00.179" v="1919" actId="2696"/>
          <pc:sldLayoutMkLst>
            <pc:docMk/>
            <pc:sldMasterMk cId="4015665643" sldId="2147483694"/>
            <pc:sldLayoutMk cId="3444286056" sldId="2147483716"/>
          </pc:sldLayoutMkLst>
        </pc:sldLayoutChg>
        <pc:sldLayoutChg chg="del">
          <pc:chgData name="Kyle Hill" userId="edc571f3-830c-4de6-92f0-df752491c80c" providerId="ADAL" clId="{15246814-D87E-4EC0-8965-2E24E6249C03}" dt="2020-06-03T10:36:00.186" v="1920" actId="2696"/>
          <pc:sldLayoutMkLst>
            <pc:docMk/>
            <pc:sldMasterMk cId="4015665643" sldId="2147483694"/>
            <pc:sldLayoutMk cId="4144631249" sldId="2147483717"/>
          </pc:sldLayoutMkLst>
        </pc:sldLayoutChg>
        <pc:sldLayoutChg chg="del">
          <pc:chgData name="Kyle Hill" userId="edc571f3-830c-4de6-92f0-df752491c80c" providerId="ADAL" clId="{15246814-D87E-4EC0-8965-2E24E6249C03}" dt="2020-06-03T10:36:00.194" v="1921" actId="2696"/>
          <pc:sldLayoutMkLst>
            <pc:docMk/>
            <pc:sldMasterMk cId="4015665643" sldId="2147483694"/>
            <pc:sldLayoutMk cId="3553623725" sldId="2147483718"/>
          </pc:sldLayoutMkLst>
        </pc:sldLayoutChg>
        <pc:sldLayoutChg chg="del">
          <pc:chgData name="Kyle Hill" userId="edc571f3-830c-4de6-92f0-df752491c80c" providerId="ADAL" clId="{15246814-D87E-4EC0-8965-2E24E6249C03}" dt="2020-06-03T10:36:00.204" v="1922" actId="2696"/>
          <pc:sldLayoutMkLst>
            <pc:docMk/>
            <pc:sldMasterMk cId="4015665643" sldId="2147483694"/>
            <pc:sldLayoutMk cId="1123262638" sldId="2147483719"/>
          </pc:sldLayoutMkLst>
        </pc:sldLayoutChg>
        <pc:sldLayoutChg chg="del">
          <pc:chgData name="Kyle Hill" userId="edc571f3-830c-4de6-92f0-df752491c80c" providerId="ADAL" clId="{15246814-D87E-4EC0-8965-2E24E6249C03}" dt="2020-06-03T10:36:00.211" v="1923" actId="2696"/>
          <pc:sldLayoutMkLst>
            <pc:docMk/>
            <pc:sldMasterMk cId="4015665643" sldId="2147483694"/>
            <pc:sldLayoutMk cId="2105711434" sldId="2147483720"/>
          </pc:sldLayoutMkLst>
        </pc:sldLayoutChg>
        <pc:sldLayoutChg chg="del">
          <pc:chgData name="Kyle Hill" userId="edc571f3-830c-4de6-92f0-df752491c80c" providerId="ADAL" clId="{15246814-D87E-4EC0-8965-2E24E6249C03}" dt="2020-06-03T10:36:00.216" v="1924" actId="2696"/>
          <pc:sldLayoutMkLst>
            <pc:docMk/>
            <pc:sldMasterMk cId="4015665643" sldId="2147483694"/>
            <pc:sldLayoutMk cId="25129133" sldId="2147483721"/>
          </pc:sldLayoutMkLst>
        </pc:sldLayoutChg>
        <pc:sldLayoutChg chg="del">
          <pc:chgData name="Kyle Hill" userId="edc571f3-830c-4de6-92f0-df752491c80c" providerId="ADAL" clId="{15246814-D87E-4EC0-8965-2E24E6249C03}" dt="2020-06-03T10:36:00.218" v="1925" actId="2696"/>
          <pc:sldLayoutMkLst>
            <pc:docMk/>
            <pc:sldMasterMk cId="4015665643" sldId="2147483694"/>
            <pc:sldLayoutMk cId="1856730358" sldId="2147483722"/>
          </pc:sldLayoutMkLst>
        </pc:sldLayoutChg>
      </pc:sldMasterChg>
      <pc:sldMasterChg chg="del delSldLayout">
        <pc:chgData name="Kyle Hill" userId="edc571f3-830c-4de6-92f0-df752491c80c" providerId="ADAL" clId="{15246814-D87E-4EC0-8965-2E24E6249C03}" dt="2020-06-03T10:35:18.422" v="1899" actId="2696"/>
        <pc:sldMasterMkLst>
          <pc:docMk/>
          <pc:sldMasterMk cId="3096238425" sldId="2147483723"/>
        </pc:sldMasterMkLst>
        <pc:sldLayoutChg chg="del">
          <pc:chgData name="Kyle Hill" userId="edc571f3-830c-4de6-92f0-df752491c80c" providerId="ADAL" clId="{15246814-D87E-4EC0-8965-2E24E6249C03}" dt="2020-06-03T10:35:18.375" v="1867" actId="2696"/>
          <pc:sldLayoutMkLst>
            <pc:docMk/>
            <pc:sldMasterMk cId="3096238425" sldId="2147483723"/>
            <pc:sldLayoutMk cId="3373043190" sldId="2147483724"/>
          </pc:sldLayoutMkLst>
        </pc:sldLayoutChg>
        <pc:sldLayoutChg chg="del">
          <pc:chgData name="Kyle Hill" userId="edc571f3-830c-4de6-92f0-df752491c80c" providerId="ADAL" clId="{15246814-D87E-4EC0-8965-2E24E6249C03}" dt="2020-06-03T10:35:18.377" v="1868" actId="2696"/>
          <pc:sldLayoutMkLst>
            <pc:docMk/>
            <pc:sldMasterMk cId="3096238425" sldId="2147483723"/>
            <pc:sldLayoutMk cId="3876187019" sldId="2147483725"/>
          </pc:sldLayoutMkLst>
        </pc:sldLayoutChg>
        <pc:sldLayoutChg chg="del">
          <pc:chgData name="Kyle Hill" userId="edc571f3-830c-4de6-92f0-df752491c80c" providerId="ADAL" clId="{15246814-D87E-4EC0-8965-2E24E6249C03}" dt="2020-06-03T10:35:18.378" v="1869" actId="2696"/>
          <pc:sldLayoutMkLst>
            <pc:docMk/>
            <pc:sldMasterMk cId="3096238425" sldId="2147483723"/>
            <pc:sldLayoutMk cId="227776885" sldId="2147483726"/>
          </pc:sldLayoutMkLst>
        </pc:sldLayoutChg>
        <pc:sldLayoutChg chg="del">
          <pc:chgData name="Kyle Hill" userId="edc571f3-830c-4de6-92f0-df752491c80c" providerId="ADAL" clId="{15246814-D87E-4EC0-8965-2E24E6249C03}" dt="2020-06-03T10:35:18.379" v="1870" actId="2696"/>
          <pc:sldLayoutMkLst>
            <pc:docMk/>
            <pc:sldMasterMk cId="3096238425" sldId="2147483723"/>
            <pc:sldLayoutMk cId="1700526858" sldId="2147483727"/>
          </pc:sldLayoutMkLst>
        </pc:sldLayoutChg>
        <pc:sldLayoutChg chg="del">
          <pc:chgData name="Kyle Hill" userId="edc571f3-830c-4de6-92f0-df752491c80c" providerId="ADAL" clId="{15246814-D87E-4EC0-8965-2E24E6249C03}" dt="2020-06-03T10:35:18.380" v="1871" actId="2696"/>
          <pc:sldLayoutMkLst>
            <pc:docMk/>
            <pc:sldMasterMk cId="3096238425" sldId="2147483723"/>
            <pc:sldLayoutMk cId="2922666846" sldId="2147483728"/>
          </pc:sldLayoutMkLst>
        </pc:sldLayoutChg>
        <pc:sldLayoutChg chg="del">
          <pc:chgData name="Kyle Hill" userId="edc571f3-830c-4de6-92f0-df752491c80c" providerId="ADAL" clId="{15246814-D87E-4EC0-8965-2E24E6249C03}" dt="2020-06-03T10:35:18.381" v="1872" actId="2696"/>
          <pc:sldLayoutMkLst>
            <pc:docMk/>
            <pc:sldMasterMk cId="3096238425" sldId="2147483723"/>
            <pc:sldLayoutMk cId="1309308427" sldId="2147483729"/>
          </pc:sldLayoutMkLst>
        </pc:sldLayoutChg>
        <pc:sldLayoutChg chg="del">
          <pc:chgData name="Kyle Hill" userId="edc571f3-830c-4de6-92f0-df752491c80c" providerId="ADAL" clId="{15246814-D87E-4EC0-8965-2E24E6249C03}" dt="2020-06-03T10:35:18.383" v="1873" actId="2696"/>
          <pc:sldLayoutMkLst>
            <pc:docMk/>
            <pc:sldMasterMk cId="3096238425" sldId="2147483723"/>
            <pc:sldLayoutMk cId="1580749530" sldId="2147483730"/>
          </pc:sldLayoutMkLst>
        </pc:sldLayoutChg>
        <pc:sldLayoutChg chg="del">
          <pc:chgData name="Kyle Hill" userId="edc571f3-830c-4de6-92f0-df752491c80c" providerId="ADAL" clId="{15246814-D87E-4EC0-8965-2E24E6249C03}" dt="2020-06-03T10:35:18.385" v="1874" actId="2696"/>
          <pc:sldLayoutMkLst>
            <pc:docMk/>
            <pc:sldMasterMk cId="3096238425" sldId="2147483723"/>
            <pc:sldLayoutMk cId="3896734743" sldId="2147483731"/>
          </pc:sldLayoutMkLst>
        </pc:sldLayoutChg>
        <pc:sldLayoutChg chg="del">
          <pc:chgData name="Kyle Hill" userId="edc571f3-830c-4de6-92f0-df752491c80c" providerId="ADAL" clId="{15246814-D87E-4EC0-8965-2E24E6249C03}" dt="2020-06-03T10:35:18.387" v="1875" actId="2696"/>
          <pc:sldLayoutMkLst>
            <pc:docMk/>
            <pc:sldMasterMk cId="3096238425" sldId="2147483723"/>
            <pc:sldLayoutMk cId="3046597257" sldId="2147483732"/>
          </pc:sldLayoutMkLst>
        </pc:sldLayoutChg>
        <pc:sldLayoutChg chg="del">
          <pc:chgData name="Kyle Hill" userId="edc571f3-830c-4de6-92f0-df752491c80c" providerId="ADAL" clId="{15246814-D87E-4EC0-8965-2E24E6249C03}" dt="2020-06-03T10:35:18.389" v="1876" actId="2696"/>
          <pc:sldLayoutMkLst>
            <pc:docMk/>
            <pc:sldMasterMk cId="3096238425" sldId="2147483723"/>
            <pc:sldLayoutMk cId="986029695" sldId="2147483733"/>
          </pc:sldLayoutMkLst>
        </pc:sldLayoutChg>
        <pc:sldLayoutChg chg="del">
          <pc:chgData name="Kyle Hill" userId="edc571f3-830c-4de6-92f0-df752491c80c" providerId="ADAL" clId="{15246814-D87E-4EC0-8965-2E24E6249C03}" dt="2020-06-03T10:35:18.390" v="1877" actId="2696"/>
          <pc:sldLayoutMkLst>
            <pc:docMk/>
            <pc:sldMasterMk cId="3096238425" sldId="2147483723"/>
            <pc:sldLayoutMk cId="2339370752" sldId="2147483734"/>
          </pc:sldLayoutMkLst>
        </pc:sldLayoutChg>
        <pc:sldLayoutChg chg="del">
          <pc:chgData name="Kyle Hill" userId="edc571f3-830c-4de6-92f0-df752491c80c" providerId="ADAL" clId="{15246814-D87E-4EC0-8965-2E24E6249C03}" dt="2020-06-03T10:35:18.391" v="1878" actId="2696"/>
          <pc:sldLayoutMkLst>
            <pc:docMk/>
            <pc:sldMasterMk cId="3096238425" sldId="2147483723"/>
            <pc:sldLayoutMk cId="2578115043" sldId="2147483735"/>
          </pc:sldLayoutMkLst>
        </pc:sldLayoutChg>
        <pc:sldLayoutChg chg="del">
          <pc:chgData name="Kyle Hill" userId="edc571f3-830c-4de6-92f0-df752491c80c" providerId="ADAL" clId="{15246814-D87E-4EC0-8965-2E24E6249C03}" dt="2020-06-03T10:35:18.392" v="1879" actId="2696"/>
          <pc:sldLayoutMkLst>
            <pc:docMk/>
            <pc:sldMasterMk cId="3096238425" sldId="2147483723"/>
            <pc:sldLayoutMk cId="88912848" sldId="2147483736"/>
          </pc:sldLayoutMkLst>
        </pc:sldLayoutChg>
        <pc:sldLayoutChg chg="del">
          <pc:chgData name="Kyle Hill" userId="edc571f3-830c-4de6-92f0-df752491c80c" providerId="ADAL" clId="{15246814-D87E-4EC0-8965-2E24E6249C03}" dt="2020-06-03T10:35:18.393" v="1880" actId="2696"/>
          <pc:sldLayoutMkLst>
            <pc:docMk/>
            <pc:sldMasterMk cId="3096238425" sldId="2147483723"/>
            <pc:sldLayoutMk cId="1748619833" sldId="2147483737"/>
          </pc:sldLayoutMkLst>
        </pc:sldLayoutChg>
        <pc:sldLayoutChg chg="del">
          <pc:chgData name="Kyle Hill" userId="edc571f3-830c-4de6-92f0-df752491c80c" providerId="ADAL" clId="{15246814-D87E-4EC0-8965-2E24E6249C03}" dt="2020-06-03T10:35:18.395" v="1881" actId="2696"/>
          <pc:sldLayoutMkLst>
            <pc:docMk/>
            <pc:sldMasterMk cId="3096238425" sldId="2147483723"/>
            <pc:sldLayoutMk cId="351532464" sldId="2147483738"/>
          </pc:sldLayoutMkLst>
        </pc:sldLayoutChg>
        <pc:sldLayoutChg chg="del">
          <pc:chgData name="Kyle Hill" userId="edc571f3-830c-4de6-92f0-df752491c80c" providerId="ADAL" clId="{15246814-D87E-4EC0-8965-2E24E6249C03}" dt="2020-06-03T10:35:18.397" v="1882" actId="2696"/>
          <pc:sldLayoutMkLst>
            <pc:docMk/>
            <pc:sldMasterMk cId="3096238425" sldId="2147483723"/>
            <pc:sldLayoutMk cId="3552930937" sldId="2147483739"/>
          </pc:sldLayoutMkLst>
        </pc:sldLayoutChg>
        <pc:sldLayoutChg chg="del">
          <pc:chgData name="Kyle Hill" userId="edc571f3-830c-4de6-92f0-df752491c80c" providerId="ADAL" clId="{15246814-D87E-4EC0-8965-2E24E6249C03}" dt="2020-06-03T10:35:18.399" v="1883" actId="2696"/>
          <pc:sldLayoutMkLst>
            <pc:docMk/>
            <pc:sldMasterMk cId="3096238425" sldId="2147483723"/>
            <pc:sldLayoutMk cId="2900127750" sldId="2147483740"/>
          </pc:sldLayoutMkLst>
        </pc:sldLayoutChg>
        <pc:sldLayoutChg chg="del">
          <pc:chgData name="Kyle Hill" userId="edc571f3-830c-4de6-92f0-df752491c80c" providerId="ADAL" clId="{15246814-D87E-4EC0-8965-2E24E6249C03}" dt="2020-06-03T10:35:18.401" v="1884" actId="2696"/>
          <pc:sldLayoutMkLst>
            <pc:docMk/>
            <pc:sldMasterMk cId="3096238425" sldId="2147483723"/>
            <pc:sldLayoutMk cId="1512565913" sldId="2147483741"/>
          </pc:sldLayoutMkLst>
        </pc:sldLayoutChg>
        <pc:sldLayoutChg chg="del">
          <pc:chgData name="Kyle Hill" userId="edc571f3-830c-4de6-92f0-df752491c80c" providerId="ADAL" clId="{15246814-D87E-4EC0-8965-2E24E6249C03}" dt="2020-06-03T10:35:18.402" v="1885" actId="2696"/>
          <pc:sldLayoutMkLst>
            <pc:docMk/>
            <pc:sldMasterMk cId="3096238425" sldId="2147483723"/>
            <pc:sldLayoutMk cId="3488623617" sldId="2147483742"/>
          </pc:sldLayoutMkLst>
        </pc:sldLayoutChg>
        <pc:sldLayoutChg chg="del">
          <pc:chgData name="Kyle Hill" userId="edc571f3-830c-4de6-92f0-df752491c80c" providerId="ADAL" clId="{15246814-D87E-4EC0-8965-2E24E6249C03}" dt="2020-06-03T10:35:18.404" v="1886" actId="2696"/>
          <pc:sldLayoutMkLst>
            <pc:docMk/>
            <pc:sldMasterMk cId="3096238425" sldId="2147483723"/>
            <pc:sldLayoutMk cId="292740447" sldId="2147483743"/>
          </pc:sldLayoutMkLst>
        </pc:sldLayoutChg>
        <pc:sldLayoutChg chg="del">
          <pc:chgData name="Kyle Hill" userId="edc571f3-830c-4de6-92f0-df752491c80c" providerId="ADAL" clId="{15246814-D87E-4EC0-8965-2E24E6249C03}" dt="2020-06-03T10:35:18.406" v="1887" actId="2696"/>
          <pc:sldLayoutMkLst>
            <pc:docMk/>
            <pc:sldMasterMk cId="3096238425" sldId="2147483723"/>
            <pc:sldLayoutMk cId="520457856" sldId="2147483744"/>
          </pc:sldLayoutMkLst>
        </pc:sldLayoutChg>
        <pc:sldLayoutChg chg="del">
          <pc:chgData name="Kyle Hill" userId="edc571f3-830c-4de6-92f0-df752491c80c" providerId="ADAL" clId="{15246814-D87E-4EC0-8965-2E24E6249C03}" dt="2020-06-03T10:35:18.406" v="1888" actId="2696"/>
          <pc:sldLayoutMkLst>
            <pc:docMk/>
            <pc:sldMasterMk cId="3096238425" sldId="2147483723"/>
            <pc:sldLayoutMk cId="2548039292" sldId="2147483745"/>
          </pc:sldLayoutMkLst>
        </pc:sldLayoutChg>
        <pc:sldLayoutChg chg="del">
          <pc:chgData name="Kyle Hill" userId="edc571f3-830c-4de6-92f0-df752491c80c" providerId="ADAL" clId="{15246814-D87E-4EC0-8965-2E24E6249C03}" dt="2020-06-03T10:35:18.407" v="1889" actId="2696"/>
          <pc:sldLayoutMkLst>
            <pc:docMk/>
            <pc:sldMasterMk cId="3096238425" sldId="2147483723"/>
            <pc:sldLayoutMk cId="2239848332" sldId="2147483746"/>
          </pc:sldLayoutMkLst>
        </pc:sldLayoutChg>
        <pc:sldLayoutChg chg="del">
          <pc:chgData name="Kyle Hill" userId="edc571f3-830c-4de6-92f0-df752491c80c" providerId="ADAL" clId="{15246814-D87E-4EC0-8965-2E24E6249C03}" dt="2020-06-03T10:35:18.407" v="1890" actId="2696"/>
          <pc:sldLayoutMkLst>
            <pc:docMk/>
            <pc:sldMasterMk cId="3096238425" sldId="2147483723"/>
            <pc:sldLayoutMk cId="2896762262" sldId="2147483747"/>
          </pc:sldLayoutMkLst>
        </pc:sldLayoutChg>
        <pc:sldLayoutChg chg="del">
          <pc:chgData name="Kyle Hill" userId="edc571f3-830c-4de6-92f0-df752491c80c" providerId="ADAL" clId="{15246814-D87E-4EC0-8965-2E24E6249C03}" dt="2020-06-03T10:35:18.408" v="1891" actId="2696"/>
          <pc:sldLayoutMkLst>
            <pc:docMk/>
            <pc:sldMasterMk cId="3096238425" sldId="2147483723"/>
            <pc:sldLayoutMk cId="4130831327" sldId="2147483748"/>
          </pc:sldLayoutMkLst>
        </pc:sldLayoutChg>
        <pc:sldLayoutChg chg="del">
          <pc:chgData name="Kyle Hill" userId="edc571f3-830c-4de6-92f0-df752491c80c" providerId="ADAL" clId="{15246814-D87E-4EC0-8965-2E24E6249C03}" dt="2020-06-03T10:35:18.409" v="1892" actId="2696"/>
          <pc:sldLayoutMkLst>
            <pc:docMk/>
            <pc:sldMasterMk cId="3096238425" sldId="2147483723"/>
            <pc:sldLayoutMk cId="379730542" sldId="2147483749"/>
          </pc:sldLayoutMkLst>
        </pc:sldLayoutChg>
        <pc:sldLayoutChg chg="del">
          <pc:chgData name="Kyle Hill" userId="edc571f3-830c-4de6-92f0-df752491c80c" providerId="ADAL" clId="{15246814-D87E-4EC0-8965-2E24E6249C03}" dt="2020-06-03T10:35:18.411" v="1893" actId="2696"/>
          <pc:sldLayoutMkLst>
            <pc:docMk/>
            <pc:sldMasterMk cId="3096238425" sldId="2147483723"/>
            <pc:sldLayoutMk cId="400329052" sldId="2147483750"/>
          </pc:sldLayoutMkLst>
        </pc:sldLayoutChg>
        <pc:sldLayoutChg chg="del">
          <pc:chgData name="Kyle Hill" userId="edc571f3-830c-4de6-92f0-df752491c80c" providerId="ADAL" clId="{15246814-D87E-4EC0-8965-2E24E6249C03}" dt="2020-06-03T10:35:18.412" v="1894" actId="2696"/>
          <pc:sldLayoutMkLst>
            <pc:docMk/>
            <pc:sldMasterMk cId="3096238425" sldId="2147483723"/>
            <pc:sldLayoutMk cId="2940606870" sldId="2147483751"/>
          </pc:sldLayoutMkLst>
        </pc:sldLayoutChg>
        <pc:sldLayoutChg chg="del">
          <pc:chgData name="Kyle Hill" userId="edc571f3-830c-4de6-92f0-df752491c80c" providerId="ADAL" clId="{15246814-D87E-4EC0-8965-2E24E6249C03}" dt="2020-06-03T10:35:18.413" v="1895" actId="2696"/>
          <pc:sldLayoutMkLst>
            <pc:docMk/>
            <pc:sldMasterMk cId="3096238425" sldId="2147483723"/>
            <pc:sldLayoutMk cId="3383221498" sldId="2147483752"/>
          </pc:sldLayoutMkLst>
        </pc:sldLayoutChg>
        <pc:sldLayoutChg chg="del">
          <pc:chgData name="Kyle Hill" userId="edc571f3-830c-4de6-92f0-df752491c80c" providerId="ADAL" clId="{15246814-D87E-4EC0-8965-2E24E6249C03}" dt="2020-06-03T10:35:18.414" v="1896" actId="2696"/>
          <pc:sldLayoutMkLst>
            <pc:docMk/>
            <pc:sldMasterMk cId="3096238425" sldId="2147483723"/>
            <pc:sldLayoutMk cId="1585755244" sldId="2147483753"/>
          </pc:sldLayoutMkLst>
        </pc:sldLayoutChg>
        <pc:sldLayoutChg chg="del">
          <pc:chgData name="Kyle Hill" userId="edc571f3-830c-4de6-92f0-df752491c80c" providerId="ADAL" clId="{15246814-D87E-4EC0-8965-2E24E6249C03}" dt="2020-06-03T10:35:18.416" v="1897" actId="2696"/>
          <pc:sldLayoutMkLst>
            <pc:docMk/>
            <pc:sldMasterMk cId="3096238425" sldId="2147483723"/>
            <pc:sldLayoutMk cId="1070646216" sldId="2147483754"/>
          </pc:sldLayoutMkLst>
        </pc:sldLayoutChg>
        <pc:sldLayoutChg chg="del">
          <pc:chgData name="Kyle Hill" userId="edc571f3-830c-4de6-92f0-df752491c80c" providerId="ADAL" clId="{15246814-D87E-4EC0-8965-2E24E6249C03}" dt="2020-06-03T09:53:32.090" v="1211" actId="2696"/>
          <pc:sldLayoutMkLst>
            <pc:docMk/>
            <pc:sldMasterMk cId="3096238425" sldId="2147483723"/>
            <pc:sldLayoutMk cId="3800166337" sldId="2147483755"/>
          </pc:sldLayoutMkLst>
        </pc:sldLayoutChg>
        <pc:sldLayoutChg chg="del">
          <pc:chgData name="Kyle Hill" userId="edc571f3-830c-4de6-92f0-df752491c80c" providerId="ADAL" clId="{15246814-D87E-4EC0-8965-2E24E6249C03}" dt="2020-06-03T10:35:18.417" v="1898" actId="2696"/>
          <pc:sldLayoutMkLst>
            <pc:docMk/>
            <pc:sldMasterMk cId="3096238425" sldId="2147483723"/>
            <pc:sldLayoutMk cId="904998396" sldId="214748375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B605FF-CA83-4FF1-910B-4AAC48A5E049}" type="datetimeFigureOut">
              <a:rPr lang="en-GB" smtClean="0"/>
              <a:t>13/12/2021</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97DA3F-5C8F-49DC-BEE5-72821FB48484}" type="slidenum">
              <a:rPr lang="en-GB" smtClean="0"/>
              <a:t>‹#›</a:t>
            </a:fld>
            <a:endParaRPr lang="en-GB"/>
          </a:p>
        </p:txBody>
      </p:sp>
    </p:spTree>
    <p:extLst>
      <p:ext uri="{BB962C8B-B14F-4D97-AF65-F5344CB8AC3E}">
        <p14:creationId xmlns:p14="http://schemas.microsoft.com/office/powerpoint/2010/main" val="2383658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3397DA3F-5C8F-49DC-BEE5-72821FB48484}" type="slidenum">
              <a:rPr lang="en-GB" smtClean="0"/>
              <a:t>1</a:t>
            </a:fld>
            <a:endParaRPr lang="en-GB"/>
          </a:p>
        </p:txBody>
      </p:sp>
    </p:spTree>
    <p:extLst>
      <p:ext uri="{BB962C8B-B14F-4D97-AF65-F5344CB8AC3E}">
        <p14:creationId xmlns:p14="http://schemas.microsoft.com/office/powerpoint/2010/main" val="734737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ext Placeholder 2"/>
          <p:cNvSpPr>
            <a:spLocks noGrp="1"/>
          </p:cNvSpPr>
          <p:nvPr>
            <p:ph idx="1"/>
          </p:nvPr>
        </p:nvSpPr>
        <p:spPr>
          <a:xfrm>
            <a:off x="691376" y="1524000"/>
            <a:ext cx="10783229"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a:xfrm>
            <a:off x="691376" y="390719"/>
            <a:ext cx="10783229" cy="998344"/>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C5A9A54C-F7AC-FB49-AB30-4D18871E4CFE}"/>
              </a:ext>
            </a:extLst>
          </p:cNvPr>
          <p:cNvSpPr>
            <a:spLocks noGrp="1"/>
          </p:cNvSpPr>
          <p:nvPr>
            <p:ph type="sldNum" sz="quarter" idx="10"/>
          </p:nvPr>
        </p:nvSpPr>
        <p:spPr/>
        <p:txBody>
          <a:bodyPr/>
          <a:lstStyle/>
          <a:p>
            <a:fld id="{0EE23A24-5E29-4F5A-B780-9568AE9A51DD}" type="slidenum">
              <a:rPr lang="en-US" smtClean="0"/>
              <a:pPr/>
              <a:t>‹#›</a:t>
            </a:fld>
            <a:endParaRPr lang="en-US"/>
          </a:p>
        </p:txBody>
      </p:sp>
    </p:spTree>
    <p:extLst>
      <p:ext uri="{BB962C8B-B14F-4D97-AF65-F5344CB8AC3E}">
        <p14:creationId xmlns:p14="http://schemas.microsoft.com/office/powerpoint/2010/main" val="429110990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12218648" y="576694"/>
            <a:ext cx="155791" cy="527538"/>
          </a:xfrm>
          <a:prstGeom prst="rect">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1" name="Rectangle 10"/>
          <p:cNvSpPr/>
          <p:nvPr userDrawn="1"/>
        </p:nvSpPr>
        <p:spPr>
          <a:xfrm>
            <a:off x="12218648" y="1153388"/>
            <a:ext cx="155791" cy="527538"/>
          </a:xfrm>
          <a:prstGeom prst="rect">
            <a:avLst/>
          </a:prstGeom>
          <a:solidFill>
            <a:schemeClr val="accent3"/>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3" name="Rectangle 12"/>
          <p:cNvSpPr/>
          <p:nvPr userDrawn="1"/>
        </p:nvSpPr>
        <p:spPr>
          <a:xfrm>
            <a:off x="12215747" y="2306776"/>
            <a:ext cx="155791" cy="527538"/>
          </a:xfrm>
          <a:prstGeom prst="rect">
            <a:avLst/>
          </a:prstGeom>
          <a:solidFill>
            <a:schemeClr val="accent4"/>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4" name="Rectangle 13"/>
          <p:cNvSpPr/>
          <p:nvPr userDrawn="1"/>
        </p:nvSpPr>
        <p:spPr>
          <a:xfrm>
            <a:off x="12215747" y="2883470"/>
            <a:ext cx="155791" cy="527538"/>
          </a:xfrm>
          <a:prstGeom prst="rect">
            <a:avLst/>
          </a:prstGeom>
          <a:solidFill>
            <a:schemeClr val="accent5"/>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5" name="Rectangle 14"/>
          <p:cNvSpPr/>
          <p:nvPr userDrawn="1"/>
        </p:nvSpPr>
        <p:spPr>
          <a:xfrm>
            <a:off x="12215747" y="3460164"/>
            <a:ext cx="155791" cy="527538"/>
          </a:xfrm>
          <a:prstGeom prst="rect">
            <a:avLst/>
          </a:prstGeom>
          <a:solidFill>
            <a:schemeClr val="accent6"/>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6" name="Rectangle 15"/>
          <p:cNvSpPr/>
          <p:nvPr userDrawn="1"/>
        </p:nvSpPr>
        <p:spPr>
          <a:xfrm>
            <a:off x="12215747" y="4036858"/>
            <a:ext cx="155791" cy="527538"/>
          </a:xfrm>
          <a:prstGeom prst="rect">
            <a:avLst/>
          </a:prstGeom>
          <a:solidFill>
            <a:srgbClr val="006EC6"/>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7" name="Rectangle 16"/>
          <p:cNvSpPr/>
          <p:nvPr userDrawn="1"/>
        </p:nvSpPr>
        <p:spPr>
          <a:xfrm>
            <a:off x="12215747" y="1730082"/>
            <a:ext cx="155791" cy="527538"/>
          </a:xfrm>
          <a:prstGeom prst="rect">
            <a:avLst/>
          </a:prstGeom>
          <a:solidFill>
            <a:srgbClr val="890078"/>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8" name="Rectangle 17"/>
          <p:cNvSpPr/>
          <p:nvPr userDrawn="1"/>
        </p:nvSpPr>
        <p:spPr>
          <a:xfrm>
            <a:off x="12382950" y="576694"/>
            <a:ext cx="155791" cy="527538"/>
          </a:xfrm>
          <a:prstGeom prst="rect">
            <a:avLst/>
          </a:prstGeom>
          <a:solidFill>
            <a:srgbClr val="A50646"/>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9" name="Rectangle 18"/>
          <p:cNvSpPr/>
          <p:nvPr userDrawn="1"/>
        </p:nvSpPr>
        <p:spPr>
          <a:xfrm>
            <a:off x="12382950" y="1153388"/>
            <a:ext cx="155791" cy="527538"/>
          </a:xfrm>
          <a:prstGeom prst="rect">
            <a:avLst/>
          </a:prstGeom>
          <a:solidFill>
            <a:srgbClr val="9E120E"/>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0" name="Rectangle 19"/>
          <p:cNvSpPr/>
          <p:nvPr userDrawn="1"/>
        </p:nvSpPr>
        <p:spPr>
          <a:xfrm>
            <a:off x="12380049" y="2306776"/>
            <a:ext cx="155791" cy="527538"/>
          </a:xfrm>
          <a:prstGeom prst="rect">
            <a:avLst/>
          </a:prstGeom>
          <a:solidFill>
            <a:srgbClr val="E6A61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1" name="Rectangle 20"/>
          <p:cNvSpPr/>
          <p:nvPr userDrawn="1"/>
        </p:nvSpPr>
        <p:spPr>
          <a:xfrm>
            <a:off x="12380049" y="2883470"/>
            <a:ext cx="155791" cy="527538"/>
          </a:xfrm>
          <a:prstGeom prst="rect">
            <a:avLst/>
          </a:prstGeom>
          <a:solidFill>
            <a:srgbClr val="05732A"/>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p>
        </p:txBody>
      </p:sp>
      <p:sp>
        <p:nvSpPr>
          <p:cNvPr id="22" name="Rectangle 21"/>
          <p:cNvSpPr/>
          <p:nvPr userDrawn="1"/>
        </p:nvSpPr>
        <p:spPr>
          <a:xfrm>
            <a:off x="12380049" y="3460164"/>
            <a:ext cx="155791" cy="527538"/>
          </a:xfrm>
          <a:prstGeom prst="rect">
            <a:avLst/>
          </a:prstGeom>
          <a:solidFill>
            <a:srgbClr val="005F6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3" name="Rectangle 22"/>
          <p:cNvSpPr/>
          <p:nvPr userDrawn="1"/>
        </p:nvSpPr>
        <p:spPr>
          <a:xfrm>
            <a:off x="12380049" y="4036858"/>
            <a:ext cx="155791" cy="527538"/>
          </a:xfrm>
          <a:prstGeom prst="rect">
            <a:avLst/>
          </a:prstGeom>
          <a:solidFill>
            <a:srgbClr val="05508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4" name="Rectangle 23"/>
          <p:cNvSpPr/>
          <p:nvPr userDrawn="1"/>
        </p:nvSpPr>
        <p:spPr>
          <a:xfrm>
            <a:off x="12380049" y="1730082"/>
            <a:ext cx="155791" cy="527538"/>
          </a:xfrm>
          <a:prstGeom prst="rect">
            <a:avLst/>
          </a:prstGeom>
          <a:solidFill>
            <a:srgbClr val="5A1455"/>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5" name="Rectangle 24"/>
          <p:cNvSpPr/>
          <p:nvPr userDrawn="1"/>
        </p:nvSpPr>
        <p:spPr>
          <a:xfrm>
            <a:off x="12218648" y="0"/>
            <a:ext cx="155791" cy="527538"/>
          </a:xfrm>
          <a:prstGeom prst="rect">
            <a:avLst/>
          </a:prstGeom>
          <a:solidFill>
            <a:schemeClr val="tx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6" name="Rectangle 25"/>
          <p:cNvSpPr/>
          <p:nvPr userDrawn="1"/>
        </p:nvSpPr>
        <p:spPr>
          <a:xfrm>
            <a:off x="12382950" y="0"/>
            <a:ext cx="155791" cy="527538"/>
          </a:xfrm>
          <a:prstGeom prst="rect">
            <a:avLst/>
          </a:prstGeom>
          <a:solidFill>
            <a:srgbClr val="CC46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8" name="Title Placeholder 1">
            <a:extLst>
              <a:ext uri="{FF2B5EF4-FFF2-40B4-BE49-F238E27FC236}">
                <a16:creationId xmlns:a16="http://schemas.microsoft.com/office/drawing/2014/main" id="{658DE76C-BE08-874D-89E5-86F2CB5A1662}"/>
              </a:ext>
            </a:extLst>
          </p:cNvPr>
          <p:cNvSpPr>
            <a:spLocks noGrp="1"/>
          </p:cNvSpPr>
          <p:nvPr>
            <p:ph type="title"/>
          </p:nvPr>
        </p:nvSpPr>
        <p:spPr>
          <a:xfrm>
            <a:off x="694944" y="390719"/>
            <a:ext cx="10789921" cy="998344"/>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1" name="Text Placeholder 2">
            <a:extLst>
              <a:ext uri="{FF2B5EF4-FFF2-40B4-BE49-F238E27FC236}">
                <a16:creationId xmlns:a16="http://schemas.microsoft.com/office/drawing/2014/main" id="{503EF9A9-1084-A048-BA5E-600BDC189274}"/>
              </a:ext>
            </a:extLst>
          </p:cNvPr>
          <p:cNvSpPr>
            <a:spLocks noGrp="1"/>
          </p:cNvSpPr>
          <p:nvPr>
            <p:ph type="body" idx="1"/>
          </p:nvPr>
        </p:nvSpPr>
        <p:spPr>
          <a:xfrm>
            <a:off x="694945" y="1524000"/>
            <a:ext cx="1078992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Rectangle 31">
            <a:extLst>
              <a:ext uri="{FF2B5EF4-FFF2-40B4-BE49-F238E27FC236}">
                <a16:creationId xmlns:a16="http://schemas.microsoft.com/office/drawing/2014/main" id="{56ADD8B0-8C25-234B-ADCE-7E0BFFB2AA87}"/>
              </a:ext>
            </a:extLst>
          </p:cNvPr>
          <p:cNvSpPr/>
          <p:nvPr userDrawn="1"/>
        </p:nvSpPr>
        <p:spPr>
          <a:xfrm>
            <a:off x="694944" y="0"/>
            <a:ext cx="10789920" cy="45719"/>
          </a:xfrm>
          <a:prstGeom prst="rect">
            <a:avLst/>
          </a:prstGeom>
          <a:gradFill>
            <a:gsLst>
              <a:gs pos="80000">
                <a:srgbClr val="FF5800"/>
              </a:gs>
              <a:gs pos="0">
                <a:srgbClr val="FFD700"/>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ooter Placeholder 4">
            <a:extLst>
              <a:ext uri="{FF2B5EF4-FFF2-40B4-BE49-F238E27FC236}">
                <a16:creationId xmlns:a16="http://schemas.microsoft.com/office/drawing/2014/main" id="{D55163B3-8138-3749-928F-B56A505153A1}"/>
              </a:ext>
            </a:extLst>
          </p:cNvPr>
          <p:cNvSpPr txBox="1">
            <a:spLocks/>
          </p:cNvSpPr>
          <p:nvPr userDrawn="1"/>
        </p:nvSpPr>
        <p:spPr>
          <a:xfrm>
            <a:off x="7116407" y="6217538"/>
            <a:ext cx="4114800" cy="365125"/>
          </a:xfr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700" b="1" dirty="0">
                <a:latin typeface="Segoe UI Semibold" panose="020B0502040204020203" pitchFamily="34" charset="0"/>
                <a:cs typeface="Segoe UI Semibold" panose="020B0502040204020203" pitchFamily="34" charset="0"/>
              </a:rPr>
              <a:t>©2022 Avanade Inc. All Rights Reserved. &lt;Highly Confidential&gt;</a:t>
            </a:r>
          </a:p>
        </p:txBody>
      </p:sp>
      <p:pic>
        <p:nvPicPr>
          <p:cNvPr id="36" name="Picture 35" descr="AvanadeLogoNoTM_AWColor_RGB.png">
            <a:extLst>
              <a:ext uri="{FF2B5EF4-FFF2-40B4-BE49-F238E27FC236}">
                <a16:creationId xmlns:a16="http://schemas.microsoft.com/office/drawing/2014/main" id="{29898ACB-8FE7-864E-A7D7-A5C28B9FA00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34585" y="6092354"/>
            <a:ext cx="1494933" cy="548639"/>
          </a:xfrm>
          <a:prstGeom prst="rect">
            <a:avLst/>
          </a:prstGeom>
        </p:spPr>
      </p:pic>
      <p:sp>
        <p:nvSpPr>
          <p:cNvPr id="27" name="Slide Number Placeholder 2">
            <a:extLst>
              <a:ext uri="{FF2B5EF4-FFF2-40B4-BE49-F238E27FC236}">
                <a16:creationId xmlns:a16="http://schemas.microsoft.com/office/drawing/2014/main" id="{6C513CFC-263C-8B44-8DDC-F64C4BE9DEFA}"/>
              </a:ext>
            </a:extLst>
          </p:cNvPr>
          <p:cNvSpPr>
            <a:spLocks noGrp="1"/>
          </p:cNvSpPr>
          <p:nvPr>
            <p:ph type="sldNum" sz="quarter" idx="4"/>
          </p:nvPr>
        </p:nvSpPr>
        <p:spPr>
          <a:xfrm>
            <a:off x="11153102" y="6217537"/>
            <a:ext cx="438831" cy="365125"/>
          </a:xfrm>
          <a:prstGeom prst="rect">
            <a:avLst/>
          </a:prstGeom>
        </p:spPr>
        <p:txBody>
          <a:bodyPr vert="horz" lIns="91440" tIns="45720" rIns="91440" bIns="45720" rtlCol="0" anchor="ctr"/>
          <a:lstStyle>
            <a:lvl1pPr algn="r">
              <a:defRPr sz="700">
                <a:solidFill>
                  <a:schemeClr val="tx1"/>
                </a:solidFill>
                <a:latin typeface="Segoe UI Semibold" panose="020B0702040204020203" pitchFamily="34" charset="0"/>
                <a:cs typeface="Segoe UI Semibold" panose="020B0702040204020203" pitchFamily="34" charset="0"/>
              </a:defRPr>
            </a:lvl1pPr>
          </a:lstStyle>
          <a:p>
            <a:fld id="{0EE23A24-5E29-4F5A-B780-9568AE9A51DD}" type="slidenum">
              <a:rPr lang="en-US" smtClean="0"/>
              <a:pPr/>
              <a:t>‹#›</a:t>
            </a:fld>
            <a:endParaRPr lang="en-US"/>
          </a:p>
        </p:txBody>
      </p:sp>
    </p:spTree>
    <p:extLst>
      <p:ext uri="{BB962C8B-B14F-4D97-AF65-F5344CB8AC3E}">
        <p14:creationId xmlns:p14="http://schemas.microsoft.com/office/powerpoint/2010/main" val="4015665643"/>
      </p:ext>
    </p:extLst>
  </p:cSld>
  <p:clrMap bg1="lt1" tx1="dk1" bg2="lt2" tx2="dk2" accent1="accent1" accent2="accent2" accent3="accent3" accent4="accent4" accent5="accent5" accent6="accent6" hlink="hlink" folHlink="folHlink"/>
  <p:sldLayoutIdLst>
    <p:sldLayoutId id="2147483696" r:id="rId1"/>
  </p:sldLayoutIdLst>
  <p:transition>
    <p:fade/>
  </p:transition>
  <p:hf hdr="0" dt="0"/>
  <p:txStyles>
    <p:titleStyle>
      <a:lvl1pPr algn="l" defTabSz="914400" rtl="0" eaLnBrk="1" latinLnBrk="0" hangingPunct="1">
        <a:lnSpc>
          <a:spcPct val="90000"/>
        </a:lnSpc>
        <a:spcBef>
          <a:spcPct val="0"/>
        </a:spcBef>
        <a:buNone/>
        <a:defRPr sz="3600" b="1" i="0" kern="1200">
          <a:solidFill>
            <a:schemeClr val="tx1"/>
          </a:solidFill>
          <a:latin typeface="Segoe UI Semibold" panose="020B0502040204020203" pitchFamily="34" charset="0"/>
          <a:ea typeface="Segoe UI Semibold" panose="020B0502040204020203" pitchFamily="34" charset="0"/>
          <a:cs typeface="Segoe UI Semibold" panose="020B0502040204020203" pitchFamily="34" charset="0"/>
        </a:defRPr>
      </a:lvl1pPr>
    </p:titleStyle>
    <p:bodyStyle>
      <a:lvl1pPr marL="0" indent="0" algn="l" defTabSz="914400" rtl="0" eaLnBrk="1" latinLnBrk="0" hangingPunct="1">
        <a:lnSpc>
          <a:spcPct val="90000"/>
        </a:lnSpc>
        <a:spcBef>
          <a:spcPts val="1000"/>
        </a:spcBef>
        <a:buFont typeface="Arial"/>
        <a:buNone/>
        <a:defRPr sz="2000" b="0" i="0" kern="1200">
          <a:solidFill>
            <a:schemeClr val="tx1"/>
          </a:solidFill>
          <a:latin typeface="Segoe UI Light" charset="0"/>
          <a:ea typeface="Segoe UI Light" charset="0"/>
          <a:cs typeface="Segoe UI Light"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Segoe UI Light" charset="0"/>
          <a:ea typeface="Segoe UI Light" charset="0"/>
          <a:cs typeface="Segoe UI Light"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Segoe UI Light" charset="0"/>
          <a:ea typeface="Segoe UI Light" charset="0"/>
          <a:cs typeface="Segoe UI Light"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Segoe UI Light" charset="0"/>
          <a:ea typeface="Segoe UI Light" charset="0"/>
          <a:cs typeface="Segoe UI Light"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Segoe UI Light" charset="0"/>
          <a:ea typeface="Segoe UI Light" charset="0"/>
          <a:cs typeface="Segoe UI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C0DC5E73-8695-4A92-9DC8-629957186458}"/>
              </a:ext>
            </a:extLst>
          </p:cNvPr>
          <p:cNvCxnSpPr>
            <a:cxnSpLocks/>
          </p:cNvCxnSpPr>
          <p:nvPr/>
        </p:nvCxnSpPr>
        <p:spPr>
          <a:xfrm>
            <a:off x="865240" y="5342630"/>
            <a:ext cx="9585644" cy="0"/>
          </a:xfrm>
          <a:prstGeom prst="straightConnector1">
            <a:avLst/>
          </a:prstGeom>
          <a:noFill/>
          <a:ln w="12700" cap="flat" cmpd="sng" algn="ctr">
            <a:solidFill>
              <a:srgbClr val="FFFFFF">
                <a:lumMod val="50000"/>
              </a:srgbClr>
            </a:solidFill>
            <a:prstDash val="solid"/>
            <a:tailEnd type="triangle"/>
          </a:ln>
          <a:effectLst/>
        </p:spPr>
      </p:cxnSp>
      <p:sp>
        <p:nvSpPr>
          <p:cNvPr id="4" name="Title 3">
            <a:extLst>
              <a:ext uri="{FF2B5EF4-FFF2-40B4-BE49-F238E27FC236}">
                <a16:creationId xmlns:a16="http://schemas.microsoft.com/office/drawing/2014/main" id="{6965C0B7-86F9-42DC-B722-0D7B12A514D1}"/>
              </a:ext>
            </a:extLst>
          </p:cNvPr>
          <p:cNvSpPr>
            <a:spLocks noGrp="1"/>
          </p:cNvSpPr>
          <p:nvPr>
            <p:ph type="title"/>
          </p:nvPr>
        </p:nvSpPr>
        <p:spPr/>
        <p:txBody>
          <a:bodyPr/>
          <a:lstStyle/>
          <a:p>
            <a:r>
              <a:rPr lang="de-DE" dirty="0"/>
              <a:t>Solution Flow – Lifecycle</a:t>
            </a:r>
          </a:p>
        </p:txBody>
      </p:sp>
      <p:sp>
        <p:nvSpPr>
          <p:cNvPr id="18" name="TextBox 17">
            <a:extLst>
              <a:ext uri="{FF2B5EF4-FFF2-40B4-BE49-F238E27FC236}">
                <a16:creationId xmlns:a16="http://schemas.microsoft.com/office/drawing/2014/main" id="{D3435486-18C4-4184-B65F-DD63F3897139}"/>
              </a:ext>
            </a:extLst>
          </p:cNvPr>
          <p:cNvSpPr txBox="1"/>
          <p:nvPr/>
        </p:nvSpPr>
        <p:spPr>
          <a:xfrm>
            <a:off x="1218590" y="2062767"/>
            <a:ext cx="997132" cy="378796"/>
          </a:xfrm>
          <a:prstGeom prst="rect">
            <a:avLst/>
          </a:prstGeom>
          <a:solidFill>
            <a:srgbClr val="BECDD7">
              <a:lumMod val="20000"/>
              <a:lumOff val="80000"/>
            </a:srgbClr>
          </a:solidFill>
          <a:ln>
            <a:solidFill>
              <a:srgbClr val="879BAA"/>
            </a:solidFill>
          </a:ln>
        </p:spPr>
        <p:txBody>
          <a:bodyPr wrap="square" rtlCol="0" anchor="ctr">
            <a:noAutofit/>
          </a:bodyPr>
          <a:lstStyle>
            <a:defPPr>
              <a:defRPr lang="en-US"/>
            </a:defPPr>
            <a:lvl1pPr algn="ctr">
              <a:defRPr sz="1100"/>
            </a:lvl1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100" b="0" i="0" u="none" strike="noStrike" kern="0" cap="none" spc="0" normalizeH="0" baseline="0" noProof="0" dirty="0">
                <a:ln>
                  <a:noFill/>
                </a:ln>
                <a:solidFill>
                  <a:srgbClr val="879BAA">
                    <a:lumMod val="75000"/>
                  </a:srgbClr>
                </a:solidFill>
                <a:effectLst/>
                <a:uLnTx/>
                <a:uFillTx/>
                <a:latin typeface="Arial" pitchFamily="34" charset="0"/>
                <a:ea typeface="ＭＳ Ｐゴシック" charset="-128"/>
              </a:rPr>
              <a:t>CM*(/DEV)</a:t>
            </a:r>
          </a:p>
        </p:txBody>
      </p:sp>
      <p:sp>
        <p:nvSpPr>
          <p:cNvPr id="19" name="TextBox 18">
            <a:extLst>
              <a:ext uri="{FF2B5EF4-FFF2-40B4-BE49-F238E27FC236}">
                <a16:creationId xmlns:a16="http://schemas.microsoft.com/office/drawing/2014/main" id="{56FB8D3A-1DCD-4858-82C1-32906981A598}"/>
              </a:ext>
            </a:extLst>
          </p:cNvPr>
          <p:cNvSpPr txBox="1"/>
          <p:nvPr/>
        </p:nvSpPr>
        <p:spPr>
          <a:xfrm>
            <a:off x="3990037" y="2062767"/>
            <a:ext cx="997131" cy="378796"/>
          </a:xfrm>
          <a:prstGeom prst="rect">
            <a:avLst/>
          </a:prstGeom>
          <a:solidFill>
            <a:srgbClr val="BECDD7">
              <a:lumMod val="20000"/>
              <a:lumOff val="80000"/>
            </a:srgbClr>
          </a:solidFill>
          <a:ln>
            <a:solidFill>
              <a:srgbClr val="879BAA"/>
            </a:solidFill>
            <a:prstDash val="dash"/>
          </a:ln>
        </p:spPr>
        <p:txBody>
          <a:bodyPr wrap="square" rtlCol="0" anchor="ctr">
            <a:noAutofit/>
          </a:bodyPr>
          <a:lstStyle>
            <a:defPPr>
              <a:defRPr lang="en-US"/>
            </a:defPPr>
            <a:lvl1pPr marR="0" lvl="0" indent="0" algn="ctr" fontAlgn="base">
              <a:lnSpc>
                <a:spcPct val="100000"/>
              </a:lnSpc>
              <a:spcBef>
                <a:spcPct val="50000"/>
              </a:spcBef>
              <a:spcAft>
                <a:spcPct val="0"/>
              </a:spcAft>
              <a:buClrTx/>
              <a:buSzTx/>
              <a:buFontTx/>
              <a:buNone/>
              <a:tabLst/>
              <a:defRPr kumimoji="0" sz="1100" b="0" i="0" u="none" strike="noStrike" kern="0" cap="none" spc="0" normalizeH="0" baseline="0">
                <a:ln>
                  <a:noFill/>
                </a:ln>
                <a:solidFill>
                  <a:srgbClr val="879BAA">
                    <a:lumMod val="75000"/>
                  </a:srgbClr>
                </a:solidFill>
                <a:effectLst/>
                <a:uLnTx/>
                <a:uFillTx/>
                <a:latin typeface="Arial" pitchFamily="34" charset="0"/>
                <a:ea typeface="ＭＳ Ｐゴシック" charset="-128"/>
              </a:defRPr>
            </a:lvl1pPr>
          </a:lstStyle>
          <a:p>
            <a:r>
              <a:rPr lang="en-US"/>
              <a:t>DEV-INT</a:t>
            </a:r>
          </a:p>
        </p:txBody>
      </p:sp>
      <p:sp>
        <p:nvSpPr>
          <p:cNvPr id="20" name="TextBox 19">
            <a:extLst>
              <a:ext uri="{FF2B5EF4-FFF2-40B4-BE49-F238E27FC236}">
                <a16:creationId xmlns:a16="http://schemas.microsoft.com/office/drawing/2014/main" id="{8101EACD-81C4-4D8B-96A0-268B5E148436}"/>
              </a:ext>
            </a:extLst>
          </p:cNvPr>
          <p:cNvSpPr txBox="1"/>
          <p:nvPr/>
        </p:nvSpPr>
        <p:spPr>
          <a:xfrm>
            <a:off x="5393063" y="2062767"/>
            <a:ext cx="925122" cy="378796"/>
          </a:xfrm>
          <a:prstGeom prst="rect">
            <a:avLst/>
          </a:prstGeom>
          <a:solidFill>
            <a:srgbClr val="BECDD7">
              <a:lumMod val="20000"/>
              <a:lumOff val="80000"/>
            </a:srgbClr>
          </a:solidFill>
          <a:ln>
            <a:solidFill>
              <a:srgbClr val="879BAA"/>
            </a:solidFill>
            <a:prstDash val="dash"/>
          </a:ln>
        </p:spPr>
        <p:txBody>
          <a:bodyPr wrap="square" rtlCol="0" anchor="ctr">
            <a:noAutofit/>
          </a:bodyPr>
          <a:lstStyle>
            <a:defPPr>
              <a:defRPr lang="en-US"/>
            </a:defPPr>
            <a:lvl1pPr marR="0" lvl="0" indent="0" algn="ctr" fontAlgn="base">
              <a:lnSpc>
                <a:spcPct val="100000"/>
              </a:lnSpc>
              <a:spcBef>
                <a:spcPct val="50000"/>
              </a:spcBef>
              <a:spcAft>
                <a:spcPct val="0"/>
              </a:spcAft>
              <a:buClrTx/>
              <a:buSzTx/>
              <a:buFontTx/>
              <a:buNone/>
              <a:tabLst/>
              <a:defRPr kumimoji="0" sz="1100" b="0" i="0" u="none" strike="noStrike" kern="0" cap="none" spc="0" normalizeH="0" baseline="0">
                <a:ln>
                  <a:noFill/>
                </a:ln>
                <a:solidFill>
                  <a:srgbClr val="879BAA">
                    <a:lumMod val="75000"/>
                  </a:srgbClr>
                </a:solidFill>
                <a:effectLst/>
                <a:uLnTx/>
                <a:uFillTx/>
                <a:latin typeface="Arial" pitchFamily="34" charset="0"/>
                <a:ea typeface="ＭＳ Ｐゴシック" charset="-128"/>
              </a:defRPr>
            </a:lvl1pPr>
          </a:lstStyle>
          <a:p>
            <a:r>
              <a:rPr lang="en-US"/>
              <a:t>DEV-TEST</a:t>
            </a:r>
          </a:p>
        </p:txBody>
      </p:sp>
      <p:sp>
        <p:nvSpPr>
          <p:cNvPr id="21" name="TextBox 20">
            <a:extLst>
              <a:ext uri="{FF2B5EF4-FFF2-40B4-BE49-F238E27FC236}">
                <a16:creationId xmlns:a16="http://schemas.microsoft.com/office/drawing/2014/main" id="{3FA572CA-9546-4FFF-B6A6-63B3247C0461}"/>
              </a:ext>
            </a:extLst>
          </p:cNvPr>
          <p:cNvSpPr txBox="1"/>
          <p:nvPr/>
        </p:nvSpPr>
        <p:spPr>
          <a:xfrm>
            <a:off x="2621616" y="2062767"/>
            <a:ext cx="997132" cy="378796"/>
          </a:xfrm>
          <a:prstGeom prst="rect">
            <a:avLst/>
          </a:prstGeom>
          <a:solidFill>
            <a:srgbClr val="BECDD7">
              <a:lumMod val="20000"/>
              <a:lumOff val="80000"/>
            </a:srgbClr>
          </a:solidFill>
          <a:ln>
            <a:solidFill>
              <a:srgbClr val="879BAA"/>
            </a:solidFill>
          </a:ln>
        </p:spPr>
        <p:txBody>
          <a:bodyPr wrap="square" rtlCol="0" anchor="ctr">
            <a:noAutofit/>
          </a:bodyPr>
          <a:lstStyle>
            <a:defPPr>
              <a:defRPr lang="en-US"/>
            </a:defPPr>
            <a:lvl1pPr marR="0" lvl="0" indent="0" algn="ctr" fontAlgn="base">
              <a:lnSpc>
                <a:spcPct val="100000"/>
              </a:lnSpc>
              <a:spcBef>
                <a:spcPct val="50000"/>
              </a:spcBef>
              <a:spcAft>
                <a:spcPct val="0"/>
              </a:spcAft>
              <a:buClrTx/>
              <a:buSzTx/>
              <a:buFontTx/>
              <a:buNone/>
              <a:tabLst/>
              <a:defRPr kumimoji="0" sz="1100" b="0" i="0" u="none" strike="noStrike" kern="0" cap="none" spc="0" normalizeH="0" baseline="0">
                <a:ln>
                  <a:noFill/>
                </a:ln>
                <a:solidFill>
                  <a:srgbClr val="879BAA">
                    <a:lumMod val="75000"/>
                  </a:srgbClr>
                </a:solidFill>
                <a:effectLst/>
                <a:uLnTx/>
                <a:uFillTx/>
                <a:latin typeface="Arial" pitchFamily="34" charset="0"/>
                <a:ea typeface="ＭＳ Ｐゴシック" charset="-128"/>
              </a:defRPr>
            </a:lvl1pPr>
          </a:lstStyle>
          <a:p>
            <a:r>
              <a:rPr lang="en-US"/>
              <a:t>DEV</a:t>
            </a:r>
          </a:p>
        </p:txBody>
      </p:sp>
      <p:cxnSp>
        <p:nvCxnSpPr>
          <p:cNvPr id="22" name="Straight Arrow Connector 21">
            <a:extLst>
              <a:ext uri="{FF2B5EF4-FFF2-40B4-BE49-F238E27FC236}">
                <a16:creationId xmlns:a16="http://schemas.microsoft.com/office/drawing/2014/main" id="{868541BC-2B9F-49C4-9983-D50A407D818E}"/>
              </a:ext>
            </a:extLst>
          </p:cNvPr>
          <p:cNvCxnSpPr>
            <a:cxnSpLocks/>
            <a:endCxn id="18" idx="2"/>
          </p:cNvCxnSpPr>
          <p:nvPr/>
        </p:nvCxnSpPr>
        <p:spPr>
          <a:xfrm flipV="1">
            <a:off x="1717156" y="2441563"/>
            <a:ext cx="0" cy="2901067"/>
          </a:xfrm>
          <a:prstGeom prst="straightConnector1">
            <a:avLst/>
          </a:prstGeom>
          <a:noFill/>
          <a:ln w="9525" cap="flat" cmpd="sng" algn="ctr">
            <a:solidFill>
              <a:srgbClr val="879BAA">
                <a:shade val="95000"/>
                <a:satMod val="105000"/>
              </a:srgbClr>
            </a:solidFill>
            <a:prstDash val="solid"/>
            <a:headEnd type="triangle" w="med" len="med"/>
            <a:tailEnd type="triangle" w="med" len="med"/>
          </a:ln>
          <a:effectLst/>
        </p:spPr>
      </p:cxnSp>
      <p:cxnSp>
        <p:nvCxnSpPr>
          <p:cNvPr id="25" name="Straight Arrow Connector 24">
            <a:extLst>
              <a:ext uri="{FF2B5EF4-FFF2-40B4-BE49-F238E27FC236}">
                <a16:creationId xmlns:a16="http://schemas.microsoft.com/office/drawing/2014/main" id="{581EDE69-65CB-45BA-A012-300596EB9D38}"/>
              </a:ext>
            </a:extLst>
          </p:cNvPr>
          <p:cNvCxnSpPr>
            <a:cxnSpLocks/>
            <a:endCxn id="27" idx="2"/>
          </p:cNvCxnSpPr>
          <p:nvPr/>
        </p:nvCxnSpPr>
        <p:spPr>
          <a:xfrm flipV="1">
            <a:off x="4488603" y="4214387"/>
            <a:ext cx="2658" cy="1118035"/>
          </a:xfrm>
          <a:prstGeom prst="straightConnector1">
            <a:avLst/>
          </a:prstGeom>
          <a:noFill/>
          <a:ln w="9525" cap="flat" cmpd="sng" algn="ctr">
            <a:solidFill>
              <a:srgbClr val="879BAA">
                <a:shade val="95000"/>
                <a:satMod val="105000"/>
              </a:srgbClr>
            </a:solidFill>
            <a:prstDash val="solid"/>
            <a:tailEnd type="triangle"/>
          </a:ln>
          <a:effectLst/>
        </p:spPr>
      </p:cxnSp>
      <p:cxnSp>
        <p:nvCxnSpPr>
          <p:cNvPr id="26" name="Straight Arrow Connector 25">
            <a:extLst>
              <a:ext uri="{FF2B5EF4-FFF2-40B4-BE49-F238E27FC236}">
                <a16:creationId xmlns:a16="http://schemas.microsoft.com/office/drawing/2014/main" id="{EDFDAEBC-BDCA-4425-ADED-53B18FAEB18D}"/>
              </a:ext>
            </a:extLst>
          </p:cNvPr>
          <p:cNvCxnSpPr>
            <a:cxnSpLocks/>
            <a:endCxn id="20" idx="2"/>
          </p:cNvCxnSpPr>
          <p:nvPr/>
        </p:nvCxnSpPr>
        <p:spPr>
          <a:xfrm flipV="1">
            <a:off x="5855624" y="2441563"/>
            <a:ext cx="0" cy="662833"/>
          </a:xfrm>
          <a:prstGeom prst="straightConnector1">
            <a:avLst/>
          </a:prstGeom>
          <a:noFill/>
          <a:ln w="9525" cap="flat" cmpd="sng" algn="ctr">
            <a:solidFill>
              <a:srgbClr val="879BAA">
                <a:shade val="95000"/>
                <a:satMod val="105000"/>
              </a:srgbClr>
            </a:solidFill>
            <a:prstDash val="solid"/>
            <a:tailEnd type="triangle"/>
          </a:ln>
          <a:effectLst/>
        </p:spPr>
      </p:cxnSp>
      <p:sp>
        <p:nvSpPr>
          <p:cNvPr id="27" name="TextBox 26">
            <a:extLst>
              <a:ext uri="{FF2B5EF4-FFF2-40B4-BE49-F238E27FC236}">
                <a16:creationId xmlns:a16="http://schemas.microsoft.com/office/drawing/2014/main" id="{9726BB61-B28E-425C-BAD8-C2FB36F30355}"/>
              </a:ext>
            </a:extLst>
          </p:cNvPr>
          <p:cNvSpPr txBox="1"/>
          <p:nvPr/>
        </p:nvSpPr>
        <p:spPr>
          <a:xfrm>
            <a:off x="3992695" y="3835591"/>
            <a:ext cx="997131" cy="378796"/>
          </a:xfrm>
          <a:prstGeom prst="rect">
            <a:avLst/>
          </a:prstGeom>
          <a:solidFill>
            <a:srgbClr val="879BAA"/>
          </a:solidFill>
          <a:ln>
            <a:noFill/>
          </a:ln>
        </p:spPr>
        <p:txBody>
          <a:bodyPr wrap="square" rtlCol="0" anchor="ctr">
            <a:noAutofit/>
          </a:bodyPr>
          <a:lstStyle>
            <a:defPPr>
              <a:defRPr lang="en-US"/>
            </a:defPPr>
            <a:lvl1pPr algn="ctr">
              <a:defRPr sz="1100"/>
            </a:lvl1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100" b="0" i="0" u="none" strike="noStrike" kern="0" cap="none" spc="0" normalizeH="0" baseline="0" noProof="0">
                <a:ln>
                  <a:noFill/>
                </a:ln>
                <a:solidFill>
                  <a:srgbClr val="FFFFFF"/>
                </a:solidFill>
                <a:effectLst/>
                <a:uLnTx/>
                <a:uFillTx/>
                <a:latin typeface="Arial" pitchFamily="34" charset="0"/>
                <a:ea typeface="ＭＳ Ｐゴシック" charset="-128"/>
              </a:rPr>
              <a:t>Build</a:t>
            </a:r>
          </a:p>
        </p:txBody>
      </p:sp>
      <p:sp>
        <p:nvSpPr>
          <p:cNvPr id="28" name="TextBox 27">
            <a:extLst>
              <a:ext uri="{FF2B5EF4-FFF2-40B4-BE49-F238E27FC236}">
                <a16:creationId xmlns:a16="http://schemas.microsoft.com/office/drawing/2014/main" id="{B6EB869D-6EB7-4BFD-A78C-E6A01A3BB3D8}"/>
              </a:ext>
            </a:extLst>
          </p:cNvPr>
          <p:cNvSpPr txBox="1"/>
          <p:nvPr/>
        </p:nvSpPr>
        <p:spPr>
          <a:xfrm>
            <a:off x="3990038" y="3104383"/>
            <a:ext cx="997130" cy="378796"/>
          </a:xfrm>
          <a:prstGeom prst="rect">
            <a:avLst/>
          </a:prstGeom>
          <a:solidFill>
            <a:srgbClr val="879BAA"/>
          </a:solidFill>
          <a:ln>
            <a:noFill/>
          </a:ln>
        </p:spPr>
        <p:txBody>
          <a:bodyPr wrap="square" rtlCol="0" anchor="ctr">
            <a:noAutofit/>
          </a:bodyPr>
          <a:lstStyle>
            <a:defPPr>
              <a:defRPr lang="en-US"/>
            </a:defPPr>
            <a:lvl1pPr algn="ctr">
              <a:defRPr sz="1100"/>
            </a:lvl1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100" b="0" i="0" u="none" strike="noStrike" kern="0" cap="none" spc="0" normalizeH="0" baseline="0" noProof="0">
                <a:ln>
                  <a:noFill/>
                </a:ln>
                <a:solidFill>
                  <a:srgbClr val="FFFFFF"/>
                </a:solidFill>
                <a:effectLst/>
                <a:uLnTx/>
                <a:uFillTx/>
                <a:latin typeface="Arial" pitchFamily="34" charset="0"/>
                <a:ea typeface="ＭＳ Ｐゴシック" charset="-128"/>
              </a:rPr>
              <a:t>Release</a:t>
            </a:r>
          </a:p>
        </p:txBody>
      </p:sp>
      <p:cxnSp>
        <p:nvCxnSpPr>
          <p:cNvPr id="29" name="Straight Arrow Connector 28">
            <a:extLst>
              <a:ext uri="{FF2B5EF4-FFF2-40B4-BE49-F238E27FC236}">
                <a16:creationId xmlns:a16="http://schemas.microsoft.com/office/drawing/2014/main" id="{8135B2A6-C8DC-4199-9967-DCD948C913C9}"/>
              </a:ext>
            </a:extLst>
          </p:cNvPr>
          <p:cNvCxnSpPr>
            <a:cxnSpLocks/>
            <a:stCxn id="27" idx="0"/>
          </p:cNvCxnSpPr>
          <p:nvPr/>
        </p:nvCxnSpPr>
        <p:spPr>
          <a:xfrm flipV="1">
            <a:off x="4491261" y="3483192"/>
            <a:ext cx="0" cy="352399"/>
          </a:xfrm>
          <a:prstGeom prst="straightConnector1">
            <a:avLst/>
          </a:prstGeom>
          <a:noFill/>
          <a:ln w="9525" cap="flat" cmpd="sng" algn="ctr">
            <a:solidFill>
              <a:srgbClr val="879BAA">
                <a:shade val="95000"/>
                <a:satMod val="105000"/>
              </a:srgbClr>
            </a:solidFill>
            <a:prstDash val="solid"/>
            <a:tailEnd type="triangle"/>
          </a:ln>
          <a:effectLst/>
        </p:spPr>
      </p:cxnSp>
      <p:cxnSp>
        <p:nvCxnSpPr>
          <p:cNvPr id="30" name="Straight Arrow Connector 29">
            <a:extLst>
              <a:ext uri="{FF2B5EF4-FFF2-40B4-BE49-F238E27FC236}">
                <a16:creationId xmlns:a16="http://schemas.microsoft.com/office/drawing/2014/main" id="{8A67FBD7-03B6-4524-B7DD-CB8C64170D58}"/>
              </a:ext>
            </a:extLst>
          </p:cNvPr>
          <p:cNvCxnSpPr>
            <a:cxnSpLocks/>
            <a:endCxn id="19" idx="2"/>
          </p:cNvCxnSpPr>
          <p:nvPr/>
        </p:nvCxnSpPr>
        <p:spPr>
          <a:xfrm flipV="1">
            <a:off x="4488602" y="2441563"/>
            <a:ext cx="0" cy="662833"/>
          </a:xfrm>
          <a:prstGeom prst="straightConnector1">
            <a:avLst/>
          </a:prstGeom>
          <a:noFill/>
          <a:ln w="9525" cap="flat" cmpd="sng" algn="ctr">
            <a:solidFill>
              <a:srgbClr val="879BAA">
                <a:shade val="95000"/>
                <a:satMod val="105000"/>
              </a:srgbClr>
            </a:solidFill>
            <a:prstDash val="solid"/>
            <a:tailEnd type="triangle"/>
          </a:ln>
          <a:effectLst/>
        </p:spPr>
      </p:cxnSp>
      <p:sp>
        <p:nvSpPr>
          <p:cNvPr id="31" name="TextBox 30">
            <a:extLst>
              <a:ext uri="{FF2B5EF4-FFF2-40B4-BE49-F238E27FC236}">
                <a16:creationId xmlns:a16="http://schemas.microsoft.com/office/drawing/2014/main" id="{176D2331-1D37-4A22-8BD1-6A9DC3B9B5CD}"/>
              </a:ext>
            </a:extLst>
          </p:cNvPr>
          <p:cNvSpPr txBox="1"/>
          <p:nvPr/>
        </p:nvSpPr>
        <p:spPr>
          <a:xfrm>
            <a:off x="6653773" y="2062767"/>
            <a:ext cx="925122" cy="378796"/>
          </a:xfrm>
          <a:prstGeom prst="rect">
            <a:avLst/>
          </a:prstGeom>
          <a:solidFill>
            <a:srgbClr val="BECDD7">
              <a:lumMod val="20000"/>
              <a:lumOff val="80000"/>
            </a:srgbClr>
          </a:solidFill>
          <a:ln>
            <a:solidFill>
              <a:srgbClr val="879BAA"/>
            </a:solidFill>
          </a:ln>
        </p:spPr>
        <p:txBody>
          <a:bodyPr wrap="square" rtlCol="0" anchor="ctr">
            <a:noAutofit/>
          </a:bodyPr>
          <a:lstStyle>
            <a:defPPr>
              <a:defRPr lang="en-US"/>
            </a:defPPr>
            <a:lvl1pPr algn="ctr">
              <a:defRPr sz="1100"/>
            </a:lvl1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100" b="0" i="0" u="none" strike="noStrike" kern="0" cap="none" spc="0" normalizeH="0" baseline="0" noProof="0" dirty="0">
                <a:ln>
                  <a:noFill/>
                </a:ln>
                <a:solidFill>
                  <a:srgbClr val="879BAA">
                    <a:lumMod val="75000"/>
                  </a:srgbClr>
                </a:solidFill>
                <a:effectLst/>
                <a:uLnTx/>
                <a:uFillTx/>
                <a:latin typeface="Arial" pitchFamily="34" charset="0"/>
                <a:ea typeface="ＭＳ Ｐゴシック" charset="-128"/>
              </a:rPr>
              <a:t>UAT</a:t>
            </a:r>
          </a:p>
        </p:txBody>
      </p:sp>
      <p:cxnSp>
        <p:nvCxnSpPr>
          <p:cNvPr id="32" name="Straight Arrow Connector 31">
            <a:extLst>
              <a:ext uri="{FF2B5EF4-FFF2-40B4-BE49-F238E27FC236}">
                <a16:creationId xmlns:a16="http://schemas.microsoft.com/office/drawing/2014/main" id="{3DFE662C-8890-4873-AF47-7A04333B7D81}"/>
              </a:ext>
            </a:extLst>
          </p:cNvPr>
          <p:cNvCxnSpPr>
            <a:cxnSpLocks/>
          </p:cNvCxnSpPr>
          <p:nvPr/>
        </p:nvCxnSpPr>
        <p:spPr>
          <a:xfrm flipV="1">
            <a:off x="7170455" y="2441563"/>
            <a:ext cx="0" cy="662833"/>
          </a:xfrm>
          <a:prstGeom prst="straightConnector1">
            <a:avLst/>
          </a:prstGeom>
          <a:noFill/>
          <a:ln w="9525" cap="flat" cmpd="sng" algn="ctr">
            <a:solidFill>
              <a:srgbClr val="879BAA">
                <a:shade val="95000"/>
                <a:satMod val="105000"/>
              </a:srgbClr>
            </a:solidFill>
            <a:prstDash val="solid"/>
            <a:tailEnd type="triangle"/>
          </a:ln>
          <a:effectLst/>
        </p:spPr>
      </p:cxnSp>
      <p:sp>
        <p:nvSpPr>
          <p:cNvPr id="38" name="TextBox 37">
            <a:extLst>
              <a:ext uri="{FF2B5EF4-FFF2-40B4-BE49-F238E27FC236}">
                <a16:creationId xmlns:a16="http://schemas.microsoft.com/office/drawing/2014/main" id="{D0D3BB3E-A08C-4BBF-9422-1FB7B2D68D30}"/>
              </a:ext>
            </a:extLst>
          </p:cNvPr>
          <p:cNvSpPr txBox="1"/>
          <p:nvPr/>
        </p:nvSpPr>
        <p:spPr>
          <a:xfrm>
            <a:off x="7914483" y="2057331"/>
            <a:ext cx="997131" cy="378796"/>
          </a:xfrm>
          <a:prstGeom prst="rect">
            <a:avLst/>
          </a:prstGeom>
          <a:solidFill>
            <a:srgbClr val="BECDD7">
              <a:lumMod val="20000"/>
              <a:lumOff val="80000"/>
            </a:srgbClr>
          </a:solidFill>
          <a:ln>
            <a:solidFill>
              <a:srgbClr val="879BAA"/>
            </a:solidFill>
          </a:ln>
        </p:spPr>
        <p:txBody>
          <a:bodyPr wrap="square" rtlCol="0" anchor="ctr">
            <a:noAutofit/>
          </a:bodyPr>
          <a:lstStyle>
            <a:defPPr>
              <a:defRPr lang="en-US"/>
            </a:defPPr>
            <a:lvl1pPr algn="ctr">
              <a:defRPr sz="1100"/>
            </a:lvl1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100" b="0" i="0" u="none" strike="noStrike" kern="0" cap="none" spc="0" normalizeH="0" baseline="0" noProof="0">
                <a:ln>
                  <a:noFill/>
                </a:ln>
                <a:solidFill>
                  <a:srgbClr val="879BAA">
                    <a:lumMod val="75000"/>
                  </a:srgbClr>
                </a:solidFill>
                <a:effectLst/>
                <a:uLnTx/>
                <a:uFillTx/>
                <a:latin typeface="Arial" pitchFamily="34" charset="0"/>
                <a:ea typeface="ＭＳ Ｐゴシック" charset="-128"/>
              </a:rPr>
              <a:t>PROD</a:t>
            </a:r>
          </a:p>
        </p:txBody>
      </p:sp>
      <p:sp>
        <p:nvSpPr>
          <p:cNvPr id="57" name="TextBox 56">
            <a:extLst>
              <a:ext uri="{FF2B5EF4-FFF2-40B4-BE49-F238E27FC236}">
                <a16:creationId xmlns:a16="http://schemas.microsoft.com/office/drawing/2014/main" id="{851D8BD7-D0E8-4E79-B312-EC99C1DF6D2B}"/>
              </a:ext>
            </a:extLst>
          </p:cNvPr>
          <p:cNvSpPr txBox="1"/>
          <p:nvPr/>
        </p:nvSpPr>
        <p:spPr>
          <a:xfrm>
            <a:off x="792627" y="5451500"/>
            <a:ext cx="478016" cy="369332"/>
          </a:xfrm>
          <a:prstGeom prst="rect">
            <a:avLst/>
          </a:prstGeom>
          <a:noFill/>
        </p:spPr>
        <p:txBody>
          <a:bodyPr wrap="none" rtlCol="0">
            <a:spAutoFit/>
          </a:bodyPr>
          <a:lstStyle/>
          <a:p>
            <a:r>
              <a:rPr lang="de-DE" dirty="0"/>
              <a:t>Git</a:t>
            </a:r>
          </a:p>
        </p:txBody>
      </p:sp>
      <p:sp>
        <p:nvSpPr>
          <p:cNvPr id="59" name="Speech Bubble: Rectangle 58">
            <a:extLst>
              <a:ext uri="{FF2B5EF4-FFF2-40B4-BE49-F238E27FC236}">
                <a16:creationId xmlns:a16="http://schemas.microsoft.com/office/drawing/2014/main" id="{4965C187-8080-401A-B9CA-25BE6E893DD4}"/>
              </a:ext>
            </a:extLst>
          </p:cNvPr>
          <p:cNvSpPr/>
          <p:nvPr/>
        </p:nvSpPr>
        <p:spPr>
          <a:xfrm>
            <a:off x="3427338" y="4380543"/>
            <a:ext cx="997132" cy="2031562"/>
          </a:xfrm>
          <a:prstGeom prst="wedgeRectCallout">
            <a:avLst>
              <a:gd name="adj1" fmla="val -72696"/>
              <a:gd name="adj2" fmla="val -12237"/>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de-DE" sz="1000"/>
              <a:t>BizApps Core CLI </a:t>
            </a:r>
            <a:r>
              <a:rPr lang="de-DE" sz="1000" dirty="0"/>
              <a:t>supports quick transport of solution and configuration data from repository to lower environments (DEV and CM).</a:t>
            </a:r>
            <a:endParaRPr lang="de-DE" sz="1000" dirty="0">
              <a:cs typeface="Segoe UI"/>
            </a:endParaRPr>
          </a:p>
        </p:txBody>
      </p:sp>
      <p:sp>
        <p:nvSpPr>
          <p:cNvPr id="61" name="Speech Bubble: Rectangle 60">
            <a:extLst>
              <a:ext uri="{FF2B5EF4-FFF2-40B4-BE49-F238E27FC236}">
                <a16:creationId xmlns:a16="http://schemas.microsoft.com/office/drawing/2014/main" id="{5E58CE60-EA64-46C8-84E5-2EF7C2B979B8}"/>
              </a:ext>
            </a:extLst>
          </p:cNvPr>
          <p:cNvSpPr/>
          <p:nvPr/>
        </p:nvSpPr>
        <p:spPr>
          <a:xfrm>
            <a:off x="173022" y="2666312"/>
            <a:ext cx="1088690" cy="2195248"/>
          </a:xfrm>
          <a:prstGeom prst="wedgeRectCallout">
            <a:avLst>
              <a:gd name="adj1" fmla="val 84042"/>
              <a:gd name="adj2" fmla="val -5833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dirty="0"/>
              <a:t>Solutions are initialized via pac.exe (BizApps COre CLI support to automatically apply naming etc.), set up empty in CM and configured there.</a:t>
            </a:r>
          </a:p>
        </p:txBody>
      </p:sp>
      <p:sp>
        <p:nvSpPr>
          <p:cNvPr id="62" name="Speech Bubble: Rectangle 61">
            <a:extLst>
              <a:ext uri="{FF2B5EF4-FFF2-40B4-BE49-F238E27FC236}">
                <a16:creationId xmlns:a16="http://schemas.microsoft.com/office/drawing/2014/main" id="{F932D509-F4F1-416B-AB2D-9FF39F032211}"/>
              </a:ext>
            </a:extLst>
          </p:cNvPr>
          <p:cNvSpPr/>
          <p:nvPr/>
        </p:nvSpPr>
        <p:spPr>
          <a:xfrm>
            <a:off x="1626932" y="953800"/>
            <a:ext cx="2391871" cy="585702"/>
          </a:xfrm>
          <a:prstGeom prst="wedgeRectCallout">
            <a:avLst>
              <a:gd name="adj1" fmla="val 9861"/>
              <a:gd name="adj2" fmla="val 132420"/>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de-DE" sz="1000" dirty="0"/>
              <a:t>One DEV instance is recommended by default but can be clubbed with CM for small projects, additional dev instances can be added if required</a:t>
            </a:r>
            <a:endParaRPr lang="de-DE" sz="1000" dirty="0">
              <a:cs typeface="Segoe UI"/>
            </a:endParaRPr>
          </a:p>
        </p:txBody>
      </p:sp>
      <p:cxnSp>
        <p:nvCxnSpPr>
          <p:cNvPr id="63" name="Straight Arrow Connector 62">
            <a:extLst>
              <a:ext uri="{FF2B5EF4-FFF2-40B4-BE49-F238E27FC236}">
                <a16:creationId xmlns:a16="http://schemas.microsoft.com/office/drawing/2014/main" id="{9F7BCC34-DF52-4982-9187-37AFC0E63528}"/>
              </a:ext>
            </a:extLst>
          </p:cNvPr>
          <p:cNvCxnSpPr>
            <a:cxnSpLocks/>
          </p:cNvCxnSpPr>
          <p:nvPr/>
        </p:nvCxnSpPr>
        <p:spPr>
          <a:xfrm flipV="1">
            <a:off x="3103505" y="2441563"/>
            <a:ext cx="0" cy="2901067"/>
          </a:xfrm>
          <a:prstGeom prst="straightConnector1">
            <a:avLst/>
          </a:prstGeom>
          <a:noFill/>
          <a:ln w="9525" cap="flat" cmpd="sng" algn="ctr">
            <a:solidFill>
              <a:srgbClr val="879BAA">
                <a:shade val="95000"/>
                <a:satMod val="105000"/>
              </a:srgbClr>
            </a:solidFill>
            <a:prstDash val="solid"/>
            <a:headEnd type="triangle" w="med" len="med"/>
            <a:tailEnd type="triangle" w="med" len="med"/>
          </a:ln>
          <a:effectLst/>
        </p:spPr>
      </p:cxnSp>
      <p:sp>
        <p:nvSpPr>
          <p:cNvPr id="65" name="TextBox 64">
            <a:extLst>
              <a:ext uri="{FF2B5EF4-FFF2-40B4-BE49-F238E27FC236}">
                <a16:creationId xmlns:a16="http://schemas.microsoft.com/office/drawing/2014/main" id="{AF41799C-EE76-46AE-A64D-AAC1D4216A32}"/>
              </a:ext>
            </a:extLst>
          </p:cNvPr>
          <p:cNvSpPr txBox="1"/>
          <p:nvPr/>
        </p:nvSpPr>
        <p:spPr>
          <a:xfrm>
            <a:off x="5359716" y="3835591"/>
            <a:ext cx="997131" cy="378796"/>
          </a:xfrm>
          <a:prstGeom prst="rect">
            <a:avLst/>
          </a:prstGeom>
          <a:solidFill>
            <a:srgbClr val="879BAA"/>
          </a:solidFill>
          <a:ln>
            <a:noFill/>
          </a:ln>
        </p:spPr>
        <p:txBody>
          <a:bodyPr wrap="square" rtlCol="0" anchor="ctr">
            <a:noAutofit/>
          </a:bodyPr>
          <a:lstStyle>
            <a:defPPr>
              <a:defRPr lang="en-US"/>
            </a:defPPr>
            <a:lvl1pPr algn="ctr">
              <a:defRPr sz="1100"/>
            </a:lvl1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100" b="0" i="0" u="none" strike="noStrike" kern="0" cap="none" spc="0" normalizeH="0" baseline="0" noProof="0">
                <a:ln>
                  <a:noFill/>
                </a:ln>
                <a:solidFill>
                  <a:srgbClr val="FFFFFF"/>
                </a:solidFill>
                <a:effectLst/>
                <a:uLnTx/>
                <a:uFillTx/>
                <a:latin typeface="Arial" pitchFamily="34" charset="0"/>
                <a:ea typeface="ＭＳ Ｐゴシック" charset="-128"/>
              </a:rPr>
              <a:t>Build</a:t>
            </a:r>
          </a:p>
        </p:txBody>
      </p:sp>
      <p:sp>
        <p:nvSpPr>
          <p:cNvPr id="66" name="TextBox 65">
            <a:extLst>
              <a:ext uri="{FF2B5EF4-FFF2-40B4-BE49-F238E27FC236}">
                <a16:creationId xmlns:a16="http://schemas.microsoft.com/office/drawing/2014/main" id="{084D5648-55F2-44B5-B387-8D3EBB812E71}"/>
              </a:ext>
            </a:extLst>
          </p:cNvPr>
          <p:cNvSpPr txBox="1"/>
          <p:nvPr/>
        </p:nvSpPr>
        <p:spPr>
          <a:xfrm>
            <a:off x="5357059" y="3104383"/>
            <a:ext cx="997130" cy="378796"/>
          </a:xfrm>
          <a:prstGeom prst="rect">
            <a:avLst/>
          </a:prstGeom>
          <a:solidFill>
            <a:srgbClr val="879BAA"/>
          </a:solidFill>
          <a:ln>
            <a:noFill/>
          </a:ln>
        </p:spPr>
        <p:txBody>
          <a:bodyPr wrap="square" rtlCol="0" anchor="ctr">
            <a:noAutofit/>
          </a:bodyPr>
          <a:lstStyle>
            <a:defPPr>
              <a:defRPr lang="en-US"/>
            </a:defPPr>
            <a:lvl1pPr algn="ctr">
              <a:defRPr sz="1100"/>
            </a:lvl1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100" b="0" i="0" u="none" strike="noStrike" kern="0" cap="none" spc="0" normalizeH="0" baseline="0" noProof="0">
                <a:ln>
                  <a:noFill/>
                </a:ln>
                <a:solidFill>
                  <a:srgbClr val="FFFFFF"/>
                </a:solidFill>
                <a:effectLst/>
                <a:uLnTx/>
                <a:uFillTx/>
                <a:latin typeface="Arial" pitchFamily="34" charset="0"/>
                <a:ea typeface="ＭＳ Ｐゴシック" charset="-128"/>
              </a:rPr>
              <a:t>Release</a:t>
            </a:r>
          </a:p>
        </p:txBody>
      </p:sp>
      <p:cxnSp>
        <p:nvCxnSpPr>
          <p:cNvPr id="67" name="Straight Arrow Connector 66">
            <a:extLst>
              <a:ext uri="{FF2B5EF4-FFF2-40B4-BE49-F238E27FC236}">
                <a16:creationId xmlns:a16="http://schemas.microsoft.com/office/drawing/2014/main" id="{598BB1AF-E983-47A0-9839-5BACC0254BB0}"/>
              </a:ext>
            </a:extLst>
          </p:cNvPr>
          <p:cNvCxnSpPr>
            <a:cxnSpLocks/>
            <a:stCxn id="65" idx="0"/>
          </p:cNvCxnSpPr>
          <p:nvPr/>
        </p:nvCxnSpPr>
        <p:spPr>
          <a:xfrm flipV="1">
            <a:off x="5858282" y="3494027"/>
            <a:ext cx="0" cy="341564"/>
          </a:xfrm>
          <a:prstGeom prst="straightConnector1">
            <a:avLst/>
          </a:prstGeom>
          <a:noFill/>
          <a:ln w="9525" cap="flat" cmpd="sng" algn="ctr">
            <a:solidFill>
              <a:srgbClr val="879BAA">
                <a:shade val="95000"/>
                <a:satMod val="105000"/>
              </a:srgbClr>
            </a:solidFill>
            <a:prstDash val="solid"/>
            <a:tailEnd type="triangle"/>
          </a:ln>
          <a:effectLst/>
        </p:spPr>
      </p:cxnSp>
      <p:sp>
        <p:nvSpPr>
          <p:cNvPr id="68" name="TextBox 67">
            <a:extLst>
              <a:ext uri="{FF2B5EF4-FFF2-40B4-BE49-F238E27FC236}">
                <a16:creationId xmlns:a16="http://schemas.microsoft.com/office/drawing/2014/main" id="{D9F5A1B4-A46D-42B9-B9F8-6D5758C8EC8C}"/>
              </a:ext>
            </a:extLst>
          </p:cNvPr>
          <p:cNvSpPr txBox="1"/>
          <p:nvPr/>
        </p:nvSpPr>
        <p:spPr>
          <a:xfrm>
            <a:off x="6639940" y="3835591"/>
            <a:ext cx="997131" cy="378796"/>
          </a:xfrm>
          <a:prstGeom prst="rect">
            <a:avLst/>
          </a:prstGeom>
          <a:solidFill>
            <a:srgbClr val="879BAA"/>
          </a:solidFill>
          <a:ln>
            <a:noFill/>
          </a:ln>
        </p:spPr>
        <p:txBody>
          <a:bodyPr wrap="square" rtlCol="0" anchor="ctr">
            <a:noAutofit/>
          </a:bodyPr>
          <a:lstStyle>
            <a:defPPr>
              <a:defRPr lang="en-US"/>
            </a:defPPr>
            <a:lvl1pPr algn="ctr">
              <a:defRPr sz="1100"/>
            </a:lvl1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100" b="0" i="0" u="none" strike="noStrike" kern="0" cap="none" spc="0" normalizeH="0" baseline="0" noProof="0">
                <a:ln>
                  <a:noFill/>
                </a:ln>
                <a:solidFill>
                  <a:srgbClr val="FFFFFF"/>
                </a:solidFill>
                <a:effectLst/>
                <a:uLnTx/>
                <a:uFillTx/>
                <a:latin typeface="Arial" pitchFamily="34" charset="0"/>
                <a:ea typeface="ＭＳ Ｐゴシック" charset="-128"/>
              </a:rPr>
              <a:t>Build</a:t>
            </a:r>
          </a:p>
        </p:txBody>
      </p:sp>
      <p:sp>
        <p:nvSpPr>
          <p:cNvPr id="69" name="TextBox 68">
            <a:extLst>
              <a:ext uri="{FF2B5EF4-FFF2-40B4-BE49-F238E27FC236}">
                <a16:creationId xmlns:a16="http://schemas.microsoft.com/office/drawing/2014/main" id="{C2869F97-6EE6-418D-BCD3-A0F74BAC7A04}"/>
              </a:ext>
            </a:extLst>
          </p:cNvPr>
          <p:cNvSpPr txBox="1"/>
          <p:nvPr/>
        </p:nvSpPr>
        <p:spPr>
          <a:xfrm>
            <a:off x="6637283" y="3104383"/>
            <a:ext cx="997130" cy="378796"/>
          </a:xfrm>
          <a:prstGeom prst="rect">
            <a:avLst/>
          </a:prstGeom>
          <a:solidFill>
            <a:srgbClr val="879BAA"/>
          </a:solidFill>
          <a:ln>
            <a:noFill/>
          </a:ln>
        </p:spPr>
        <p:txBody>
          <a:bodyPr wrap="square" rtlCol="0" anchor="ctr">
            <a:noAutofit/>
          </a:bodyPr>
          <a:lstStyle>
            <a:defPPr>
              <a:defRPr lang="en-US"/>
            </a:defPPr>
            <a:lvl1pPr algn="ctr">
              <a:defRPr sz="1100"/>
            </a:lvl1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100" b="0" i="0" u="none" strike="noStrike" kern="0" cap="none" spc="0" normalizeH="0" baseline="0" noProof="0">
                <a:ln>
                  <a:noFill/>
                </a:ln>
                <a:solidFill>
                  <a:srgbClr val="FFFFFF"/>
                </a:solidFill>
                <a:effectLst/>
                <a:uLnTx/>
                <a:uFillTx/>
                <a:latin typeface="Arial" pitchFamily="34" charset="0"/>
                <a:ea typeface="ＭＳ Ｐゴシック" charset="-128"/>
              </a:rPr>
              <a:t>Release</a:t>
            </a:r>
          </a:p>
        </p:txBody>
      </p:sp>
      <p:cxnSp>
        <p:nvCxnSpPr>
          <p:cNvPr id="70" name="Straight Arrow Connector 69">
            <a:extLst>
              <a:ext uri="{FF2B5EF4-FFF2-40B4-BE49-F238E27FC236}">
                <a16:creationId xmlns:a16="http://schemas.microsoft.com/office/drawing/2014/main" id="{F89E5055-DB56-4848-8CC0-1835F753923B}"/>
              </a:ext>
            </a:extLst>
          </p:cNvPr>
          <p:cNvCxnSpPr>
            <a:cxnSpLocks/>
            <a:stCxn id="68" idx="0"/>
          </p:cNvCxnSpPr>
          <p:nvPr/>
        </p:nvCxnSpPr>
        <p:spPr>
          <a:xfrm flipV="1">
            <a:off x="7138506" y="3494026"/>
            <a:ext cx="0" cy="341565"/>
          </a:xfrm>
          <a:prstGeom prst="straightConnector1">
            <a:avLst/>
          </a:prstGeom>
          <a:noFill/>
          <a:ln w="9525" cap="flat" cmpd="sng" algn="ctr">
            <a:solidFill>
              <a:srgbClr val="879BAA">
                <a:shade val="95000"/>
                <a:satMod val="105000"/>
              </a:srgbClr>
            </a:solidFill>
            <a:prstDash val="solid"/>
            <a:tailEnd type="triangle"/>
          </a:ln>
          <a:effectLst/>
        </p:spPr>
      </p:cxnSp>
      <p:cxnSp>
        <p:nvCxnSpPr>
          <p:cNvPr id="71" name="Straight Arrow Connector 70">
            <a:extLst>
              <a:ext uri="{FF2B5EF4-FFF2-40B4-BE49-F238E27FC236}">
                <a16:creationId xmlns:a16="http://schemas.microsoft.com/office/drawing/2014/main" id="{56DCB09A-7C7C-4071-898E-9A86E37A2711}"/>
              </a:ext>
            </a:extLst>
          </p:cNvPr>
          <p:cNvCxnSpPr>
            <a:cxnSpLocks/>
          </p:cNvCxnSpPr>
          <p:nvPr/>
        </p:nvCxnSpPr>
        <p:spPr>
          <a:xfrm flipV="1">
            <a:off x="5852966" y="4198851"/>
            <a:ext cx="2658" cy="1118022"/>
          </a:xfrm>
          <a:prstGeom prst="straightConnector1">
            <a:avLst/>
          </a:prstGeom>
          <a:noFill/>
          <a:ln w="9525" cap="flat" cmpd="sng" algn="ctr">
            <a:solidFill>
              <a:srgbClr val="879BAA">
                <a:shade val="95000"/>
                <a:satMod val="105000"/>
              </a:srgbClr>
            </a:solidFill>
            <a:prstDash val="solid"/>
            <a:tailEnd type="triangle"/>
          </a:ln>
          <a:effectLst/>
        </p:spPr>
      </p:cxnSp>
      <p:cxnSp>
        <p:nvCxnSpPr>
          <p:cNvPr id="72" name="Straight Arrow Connector 71">
            <a:extLst>
              <a:ext uri="{FF2B5EF4-FFF2-40B4-BE49-F238E27FC236}">
                <a16:creationId xmlns:a16="http://schemas.microsoft.com/office/drawing/2014/main" id="{DE28F998-AC7A-438C-B231-BFBC156A00EC}"/>
              </a:ext>
            </a:extLst>
          </p:cNvPr>
          <p:cNvCxnSpPr>
            <a:cxnSpLocks/>
          </p:cNvCxnSpPr>
          <p:nvPr/>
        </p:nvCxnSpPr>
        <p:spPr>
          <a:xfrm flipV="1">
            <a:off x="7133190" y="4198851"/>
            <a:ext cx="2658" cy="1118022"/>
          </a:xfrm>
          <a:prstGeom prst="straightConnector1">
            <a:avLst/>
          </a:prstGeom>
          <a:noFill/>
          <a:ln w="9525" cap="flat" cmpd="sng" algn="ctr">
            <a:solidFill>
              <a:srgbClr val="879BAA">
                <a:shade val="95000"/>
                <a:satMod val="105000"/>
              </a:srgbClr>
            </a:solidFill>
            <a:prstDash val="solid"/>
            <a:tailEnd type="triangle"/>
          </a:ln>
          <a:effectLst/>
        </p:spPr>
      </p:cxnSp>
      <p:sp>
        <p:nvSpPr>
          <p:cNvPr id="74" name="Speech Bubble: Rectangle 73">
            <a:extLst>
              <a:ext uri="{FF2B5EF4-FFF2-40B4-BE49-F238E27FC236}">
                <a16:creationId xmlns:a16="http://schemas.microsoft.com/office/drawing/2014/main" id="{59FF1B34-BC30-4221-8DFD-8C305C1D0565}"/>
              </a:ext>
            </a:extLst>
          </p:cNvPr>
          <p:cNvSpPr/>
          <p:nvPr/>
        </p:nvSpPr>
        <p:spPr>
          <a:xfrm>
            <a:off x="4268369" y="952692"/>
            <a:ext cx="1088690" cy="629058"/>
          </a:xfrm>
          <a:prstGeom prst="wedgeRectCallout">
            <a:avLst>
              <a:gd name="adj1" fmla="val -30655"/>
              <a:gd name="adj2" fmla="val 1117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dirty="0"/>
              <a:t>Optional, useful for integration tests with Azure or dry runs</a:t>
            </a:r>
          </a:p>
        </p:txBody>
      </p:sp>
      <p:sp>
        <p:nvSpPr>
          <p:cNvPr id="75" name="Speech Bubble: Rectangle 74">
            <a:extLst>
              <a:ext uri="{FF2B5EF4-FFF2-40B4-BE49-F238E27FC236}">
                <a16:creationId xmlns:a16="http://schemas.microsoft.com/office/drawing/2014/main" id="{AB71E654-CFB7-46CC-9A1A-095A0FE18F5E}"/>
              </a:ext>
            </a:extLst>
          </p:cNvPr>
          <p:cNvSpPr/>
          <p:nvPr/>
        </p:nvSpPr>
        <p:spPr>
          <a:xfrm>
            <a:off x="5606624" y="991295"/>
            <a:ext cx="1419015" cy="629058"/>
          </a:xfrm>
          <a:prstGeom prst="wedgeRectCallout">
            <a:avLst>
              <a:gd name="adj1" fmla="val -30630"/>
              <a:gd name="adj2" fmla="val 11236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dirty="0"/>
              <a:t>Recommended, optional if client is internal</a:t>
            </a:r>
          </a:p>
        </p:txBody>
      </p:sp>
      <p:cxnSp>
        <p:nvCxnSpPr>
          <p:cNvPr id="82" name="Straight Arrow Connector 81">
            <a:extLst>
              <a:ext uri="{FF2B5EF4-FFF2-40B4-BE49-F238E27FC236}">
                <a16:creationId xmlns:a16="http://schemas.microsoft.com/office/drawing/2014/main" id="{E3506F6F-196F-431B-A406-B35003D6C88A}"/>
              </a:ext>
            </a:extLst>
          </p:cNvPr>
          <p:cNvCxnSpPr>
            <a:cxnSpLocks/>
          </p:cNvCxnSpPr>
          <p:nvPr/>
        </p:nvCxnSpPr>
        <p:spPr>
          <a:xfrm flipV="1">
            <a:off x="8405957" y="2436127"/>
            <a:ext cx="0" cy="662833"/>
          </a:xfrm>
          <a:prstGeom prst="straightConnector1">
            <a:avLst/>
          </a:prstGeom>
          <a:noFill/>
          <a:ln w="9525" cap="flat" cmpd="sng" algn="ctr">
            <a:solidFill>
              <a:srgbClr val="879BAA">
                <a:shade val="95000"/>
                <a:satMod val="105000"/>
              </a:srgbClr>
            </a:solidFill>
            <a:prstDash val="solid"/>
            <a:tailEnd type="triangle"/>
          </a:ln>
          <a:effectLst/>
        </p:spPr>
      </p:cxnSp>
      <p:sp>
        <p:nvSpPr>
          <p:cNvPr id="83" name="TextBox 82">
            <a:extLst>
              <a:ext uri="{FF2B5EF4-FFF2-40B4-BE49-F238E27FC236}">
                <a16:creationId xmlns:a16="http://schemas.microsoft.com/office/drawing/2014/main" id="{41B2CE46-4E4F-4530-8536-B261EC3DDBFF}"/>
              </a:ext>
            </a:extLst>
          </p:cNvPr>
          <p:cNvSpPr txBox="1"/>
          <p:nvPr/>
        </p:nvSpPr>
        <p:spPr>
          <a:xfrm>
            <a:off x="7912707" y="3835591"/>
            <a:ext cx="997131" cy="378796"/>
          </a:xfrm>
          <a:prstGeom prst="rect">
            <a:avLst/>
          </a:prstGeom>
          <a:solidFill>
            <a:srgbClr val="879BAA"/>
          </a:solidFill>
          <a:ln>
            <a:noFill/>
          </a:ln>
        </p:spPr>
        <p:txBody>
          <a:bodyPr wrap="square" rtlCol="0" anchor="ctr">
            <a:noAutofit/>
          </a:bodyPr>
          <a:lstStyle>
            <a:defPPr>
              <a:defRPr lang="en-US"/>
            </a:defPPr>
            <a:lvl1pPr algn="ctr">
              <a:defRPr sz="1100"/>
            </a:lvl1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100" b="0" i="0" u="none" strike="noStrike" kern="0" cap="none" spc="0" normalizeH="0" baseline="0" noProof="0">
                <a:ln>
                  <a:noFill/>
                </a:ln>
                <a:solidFill>
                  <a:srgbClr val="FFFFFF"/>
                </a:solidFill>
                <a:effectLst/>
                <a:uLnTx/>
                <a:uFillTx/>
                <a:latin typeface="Arial" pitchFamily="34" charset="0"/>
                <a:ea typeface="ＭＳ Ｐゴシック" charset="-128"/>
              </a:rPr>
              <a:t>Build</a:t>
            </a:r>
          </a:p>
        </p:txBody>
      </p:sp>
      <p:sp>
        <p:nvSpPr>
          <p:cNvPr id="84" name="TextBox 83">
            <a:extLst>
              <a:ext uri="{FF2B5EF4-FFF2-40B4-BE49-F238E27FC236}">
                <a16:creationId xmlns:a16="http://schemas.microsoft.com/office/drawing/2014/main" id="{8D7B6DA3-1DD1-48A5-80FD-DFD58E9E93B2}"/>
              </a:ext>
            </a:extLst>
          </p:cNvPr>
          <p:cNvSpPr txBox="1"/>
          <p:nvPr/>
        </p:nvSpPr>
        <p:spPr>
          <a:xfrm>
            <a:off x="7910050" y="3104383"/>
            <a:ext cx="997130" cy="378796"/>
          </a:xfrm>
          <a:prstGeom prst="rect">
            <a:avLst/>
          </a:prstGeom>
          <a:solidFill>
            <a:srgbClr val="879BAA"/>
          </a:solidFill>
          <a:ln>
            <a:noFill/>
          </a:ln>
        </p:spPr>
        <p:txBody>
          <a:bodyPr wrap="square" rtlCol="0" anchor="ctr">
            <a:noAutofit/>
          </a:bodyPr>
          <a:lstStyle>
            <a:defPPr>
              <a:defRPr lang="en-US"/>
            </a:defPPr>
            <a:lvl1pPr algn="ctr">
              <a:defRPr sz="1100"/>
            </a:lvl1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100" b="0" i="0" u="none" strike="noStrike" kern="0" cap="none" spc="0" normalizeH="0" baseline="0" noProof="0">
                <a:ln>
                  <a:noFill/>
                </a:ln>
                <a:solidFill>
                  <a:srgbClr val="FFFFFF"/>
                </a:solidFill>
                <a:effectLst/>
                <a:uLnTx/>
                <a:uFillTx/>
                <a:latin typeface="Arial" pitchFamily="34" charset="0"/>
                <a:ea typeface="ＭＳ Ｐゴシック" charset="-128"/>
              </a:rPr>
              <a:t>Release</a:t>
            </a:r>
          </a:p>
        </p:txBody>
      </p:sp>
      <p:cxnSp>
        <p:nvCxnSpPr>
          <p:cNvPr id="85" name="Straight Arrow Connector 84">
            <a:extLst>
              <a:ext uri="{FF2B5EF4-FFF2-40B4-BE49-F238E27FC236}">
                <a16:creationId xmlns:a16="http://schemas.microsoft.com/office/drawing/2014/main" id="{A4470AD1-98DB-4CAD-8DE9-A2A036C3EA84}"/>
              </a:ext>
            </a:extLst>
          </p:cNvPr>
          <p:cNvCxnSpPr>
            <a:cxnSpLocks/>
          </p:cNvCxnSpPr>
          <p:nvPr/>
        </p:nvCxnSpPr>
        <p:spPr>
          <a:xfrm flipV="1">
            <a:off x="8405957" y="4188004"/>
            <a:ext cx="2658" cy="1118022"/>
          </a:xfrm>
          <a:prstGeom prst="straightConnector1">
            <a:avLst/>
          </a:prstGeom>
          <a:noFill/>
          <a:ln w="9525" cap="flat" cmpd="sng" algn="ctr">
            <a:solidFill>
              <a:srgbClr val="879BAA">
                <a:shade val="95000"/>
                <a:satMod val="105000"/>
              </a:srgbClr>
            </a:solidFill>
            <a:prstDash val="solid"/>
            <a:tailEnd type="triangle"/>
          </a:ln>
          <a:effectLst/>
        </p:spPr>
      </p:cxnSp>
      <p:cxnSp>
        <p:nvCxnSpPr>
          <p:cNvPr id="86" name="Straight Arrow Connector 85">
            <a:extLst>
              <a:ext uri="{FF2B5EF4-FFF2-40B4-BE49-F238E27FC236}">
                <a16:creationId xmlns:a16="http://schemas.microsoft.com/office/drawing/2014/main" id="{21F79540-8868-4617-BF0A-454A8E54783A}"/>
              </a:ext>
            </a:extLst>
          </p:cNvPr>
          <p:cNvCxnSpPr>
            <a:cxnSpLocks/>
          </p:cNvCxnSpPr>
          <p:nvPr/>
        </p:nvCxnSpPr>
        <p:spPr>
          <a:xfrm flipV="1">
            <a:off x="8405957" y="3483178"/>
            <a:ext cx="0" cy="352413"/>
          </a:xfrm>
          <a:prstGeom prst="straightConnector1">
            <a:avLst/>
          </a:prstGeom>
          <a:noFill/>
          <a:ln w="9525" cap="flat" cmpd="sng" algn="ctr">
            <a:solidFill>
              <a:srgbClr val="879BAA">
                <a:shade val="95000"/>
                <a:satMod val="105000"/>
              </a:srgbClr>
            </a:solidFill>
            <a:prstDash val="solid"/>
            <a:tailEnd type="triangle"/>
          </a:ln>
          <a:effectLst/>
        </p:spPr>
      </p:cxnSp>
      <p:sp>
        <p:nvSpPr>
          <p:cNvPr id="87" name="Speech Bubble: Rectangle 86">
            <a:extLst>
              <a:ext uri="{FF2B5EF4-FFF2-40B4-BE49-F238E27FC236}">
                <a16:creationId xmlns:a16="http://schemas.microsoft.com/office/drawing/2014/main" id="{2D4701F8-4235-45A6-8D9E-EA8F09AF9547}"/>
              </a:ext>
            </a:extLst>
          </p:cNvPr>
          <p:cNvSpPr/>
          <p:nvPr/>
        </p:nvSpPr>
        <p:spPr>
          <a:xfrm>
            <a:off x="4822213" y="5705876"/>
            <a:ext cx="6425890" cy="694912"/>
          </a:xfrm>
          <a:prstGeom prst="wedgeRectCallout">
            <a:avLst>
              <a:gd name="adj1" fmla="val -53146"/>
              <a:gd name="adj2" fmla="val -25320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dirty="0"/>
              <a:t>Latest pac.exe support allows to build unmanaged solutions from the repo via debug configuration and managed solutions via release configuration, hence transient solutions should not be necessary. Bundled web resources and compiled plug-ins are replaced at build time (only binary contents).</a:t>
            </a:r>
          </a:p>
        </p:txBody>
      </p:sp>
      <p:sp>
        <p:nvSpPr>
          <p:cNvPr id="88" name="Speech Bubble: Rectangle 87">
            <a:extLst>
              <a:ext uri="{FF2B5EF4-FFF2-40B4-BE49-F238E27FC236}">
                <a16:creationId xmlns:a16="http://schemas.microsoft.com/office/drawing/2014/main" id="{E3F8F48B-EA29-46C6-B2DE-4F6A75773ABA}"/>
              </a:ext>
            </a:extLst>
          </p:cNvPr>
          <p:cNvSpPr/>
          <p:nvPr/>
        </p:nvSpPr>
        <p:spPr>
          <a:xfrm>
            <a:off x="1891589" y="3311928"/>
            <a:ext cx="2142473" cy="694912"/>
          </a:xfrm>
          <a:prstGeom prst="wedgeRectCallout">
            <a:avLst>
              <a:gd name="adj1" fmla="val -49933"/>
              <a:gd name="adj2" fmla="val -166900"/>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de-DE" sz="1000" dirty="0"/>
              <a:t>Functional solution split rather than technical (technical supported if required)</a:t>
            </a:r>
            <a:endParaRPr lang="de-DE" sz="1000" dirty="0">
              <a:cs typeface="Segoe UI"/>
            </a:endParaRPr>
          </a:p>
        </p:txBody>
      </p:sp>
      <p:sp>
        <p:nvSpPr>
          <p:cNvPr id="42" name="Speech Bubble: Rectangle 41">
            <a:extLst>
              <a:ext uri="{FF2B5EF4-FFF2-40B4-BE49-F238E27FC236}">
                <a16:creationId xmlns:a16="http://schemas.microsoft.com/office/drawing/2014/main" id="{C01B6717-466A-4C91-9992-41DC86C5D30D}"/>
              </a:ext>
            </a:extLst>
          </p:cNvPr>
          <p:cNvSpPr/>
          <p:nvPr/>
        </p:nvSpPr>
        <p:spPr>
          <a:xfrm>
            <a:off x="147031" y="824142"/>
            <a:ext cx="1088690" cy="1693164"/>
          </a:xfrm>
          <a:prstGeom prst="wedgeRectCallout">
            <a:avLst>
              <a:gd name="adj1" fmla="val 69027"/>
              <a:gd name="adj2" fmla="val 234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dirty="0"/>
              <a:t>Frontend and backend components are deployed to CM once there are changes so that plug-in steps and web resources can be registered.</a:t>
            </a:r>
          </a:p>
        </p:txBody>
      </p:sp>
      <p:sp>
        <p:nvSpPr>
          <p:cNvPr id="5" name="TextBox 4">
            <a:extLst>
              <a:ext uri="{FF2B5EF4-FFF2-40B4-BE49-F238E27FC236}">
                <a16:creationId xmlns:a16="http://schemas.microsoft.com/office/drawing/2014/main" id="{D0678114-973E-47C9-9337-5D1F825FF8CC}"/>
              </a:ext>
            </a:extLst>
          </p:cNvPr>
          <p:cNvSpPr txBox="1"/>
          <p:nvPr/>
        </p:nvSpPr>
        <p:spPr>
          <a:xfrm>
            <a:off x="3029504" y="6549674"/>
            <a:ext cx="2591543" cy="276999"/>
          </a:xfrm>
          <a:prstGeom prst="rect">
            <a:avLst/>
          </a:prstGeom>
          <a:noFill/>
        </p:spPr>
        <p:txBody>
          <a:bodyPr wrap="none" rtlCol="0">
            <a:spAutoFit/>
          </a:bodyPr>
          <a:lstStyle/>
          <a:p>
            <a:r>
              <a:rPr lang="de-DE" sz="1200" dirty="0"/>
              <a:t>* CM = Customization Main/Master</a:t>
            </a:r>
          </a:p>
        </p:txBody>
      </p:sp>
      <p:sp>
        <p:nvSpPr>
          <p:cNvPr id="45" name="Speech Bubble: Rectangle 44">
            <a:extLst>
              <a:ext uri="{FF2B5EF4-FFF2-40B4-BE49-F238E27FC236}">
                <a16:creationId xmlns:a16="http://schemas.microsoft.com/office/drawing/2014/main" id="{A1CA63D1-3C29-4398-B82B-A15710002075}"/>
              </a:ext>
            </a:extLst>
          </p:cNvPr>
          <p:cNvSpPr/>
          <p:nvPr/>
        </p:nvSpPr>
        <p:spPr>
          <a:xfrm>
            <a:off x="9174844" y="3685631"/>
            <a:ext cx="2529476" cy="694912"/>
          </a:xfrm>
          <a:prstGeom prst="wedgeRectCallout">
            <a:avLst>
              <a:gd name="adj1" fmla="val -12123"/>
              <a:gd name="adj2" fmla="val 17638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dirty="0"/>
              <a:t>By default, deployment is done from main branch but other Git workflows can be incorporated by simple YAML pipeline adjustments</a:t>
            </a:r>
          </a:p>
        </p:txBody>
      </p:sp>
      <p:sp>
        <p:nvSpPr>
          <p:cNvPr id="46" name="Speech Bubble: Rectangle 45">
            <a:extLst>
              <a:ext uri="{FF2B5EF4-FFF2-40B4-BE49-F238E27FC236}">
                <a16:creationId xmlns:a16="http://schemas.microsoft.com/office/drawing/2014/main" id="{C9D1958D-44ED-4DCB-A470-B9BD445B6E80}"/>
              </a:ext>
            </a:extLst>
          </p:cNvPr>
          <p:cNvSpPr/>
          <p:nvPr/>
        </p:nvSpPr>
        <p:spPr>
          <a:xfrm>
            <a:off x="1803157" y="5664223"/>
            <a:ext cx="1088690" cy="1076440"/>
          </a:xfrm>
          <a:prstGeom prst="wedgeRectCallout">
            <a:avLst>
              <a:gd name="adj1" fmla="val -49644"/>
              <a:gd name="adj2" fmla="val -7390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dirty="0"/>
              <a:t>Solutions are exported and unpacked for repository sync via pac.exe.</a:t>
            </a:r>
          </a:p>
        </p:txBody>
      </p:sp>
      <p:sp>
        <p:nvSpPr>
          <p:cNvPr id="2" name="Oval 1">
            <a:extLst>
              <a:ext uri="{FF2B5EF4-FFF2-40B4-BE49-F238E27FC236}">
                <a16:creationId xmlns:a16="http://schemas.microsoft.com/office/drawing/2014/main" id="{8171D5E3-AD87-481A-BA6E-7D8DDE6DC8DC}"/>
              </a:ext>
            </a:extLst>
          </p:cNvPr>
          <p:cNvSpPr/>
          <p:nvPr/>
        </p:nvSpPr>
        <p:spPr>
          <a:xfrm>
            <a:off x="22341" y="2574587"/>
            <a:ext cx="344244" cy="344244"/>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1</a:t>
            </a:r>
          </a:p>
        </p:txBody>
      </p:sp>
      <p:sp>
        <p:nvSpPr>
          <p:cNvPr id="48" name="Oval 47">
            <a:extLst>
              <a:ext uri="{FF2B5EF4-FFF2-40B4-BE49-F238E27FC236}">
                <a16:creationId xmlns:a16="http://schemas.microsoft.com/office/drawing/2014/main" id="{033D26F1-7DE4-44B1-9E06-4B8986DAA3E1}"/>
              </a:ext>
            </a:extLst>
          </p:cNvPr>
          <p:cNvSpPr/>
          <p:nvPr/>
        </p:nvSpPr>
        <p:spPr>
          <a:xfrm>
            <a:off x="1368021" y="819173"/>
            <a:ext cx="344244" cy="344244"/>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2</a:t>
            </a:r>
          </a:p>
        </p:txBody>
      </p:sp>
      <p:sp>
        <p:nvSpPr>
          <p:cNvPr id="49" name="Oval 48">
            <a:extLst>
              <a:ext uri="{FF2B5EF4-FFF2-40B4-BE49-F238E27FC236}">
                <a16:creationId xmlns:a16="http://schemas.microsoft.com/office/drawing/2014/main" id="{331EE195-5D34-4407-B70B-83A9A1BD7396}"/>
              </a:ext>
            </a:extLst>
          </p:cNvPr>
          <p:cNvSpPr/>
          <p:nvPr/>
        </p:nvSpPr>
        <p:spPr>
          <a:xfrm>
            <a:off x="3608022" y="3098960"/>
            <a:ext cx="344244" cy="344244"/>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0</a:t>
            </a:r>
          </a:p>
        </p:txBody>
      </p:sp>
      <p:sp>
        <p:nvSpPr>
          <p:cNvPr id="50" name="Oval 49">
            <a:extLst>
              <a:ext uri="{FF2B5EF4-FFF2-40B4-BE49-F238E27FC236}">
                <a16:creationId xmlns:a16="http://schemas.microsoft.com/office/drawing/2014/main" id="{B5EC44B7-961E-49EB-9B9F-F610CA6697FA}"/>
              </a:ext>
            </a:extLst>
          </p:cNvPr>
          <p:cNvSpPr/>
          <p:nvPr/>
        </p:nvSpPr>
        <p:spPr>
          <a:xfrm>
            <a:off x="42630" y="577517"/>
            <a:ext cx="344244" cy="344244"/>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3</a:t>
            </a:r>
          </a:p>
        </p:txBody>
      </p:sp>
      <p:sp>
        <p:nvSpPr>
          <p:cNvPr id="51" name="Oval 50">
            <a:extLst>
              <a:ext uri="{FF2B5EF4-FFF2-40B4-BE49-F238E27FC236}">
                <a16:creationId xmlns:a16="http://schemas.microsoft.com/office/drawing/2014/main" id="{00389111-20EE-4E0A-8B33-DC377DAAA38B}"/>
              </a:ext>
            </a:extLst>
          </p:cNvPr>
          <p:cNvSpPr/>
          <p:nvPr/>
        </p:nvSpPr>
        <p:spPr>
          <a:xfrm>
            <a:off x="2685260" y="5498209"/>
            <a:ext cx="344244" cy="344244"/>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4</a:t>
            </a:r>
          </a:p>
        </p:txBody>
      </p:sp>
      <p:sp>
        <p:nvSpPr>
          <p:cNvPr id="52" name="Oval 51">
            <a:extLst>
              <a:ext uri="{FF2B5EF4-FFF2-40B4-BE49-F238E27FC236}">
                <a16:creationId xmlns:a16="http://schemas.microsoft.com/office/drawing/2014/main" id="{C2E3F8EF-CA0A-44E9-87CA-FBD5F8C5B3ED}"/>
              </a:ext>
            </a:extLst>
          </p:cNvPr>
          <p:cNvSpPr/>
          <p:nvPr/>
        </p:nvSpPr>
        <p:spPr>
          <a:xfrm>
            <a:off x="4068527" y="4232758"/>
            <a:ext cx="344244" cy="344244"/>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5</a:t>
            </a:r>
          </a:p>
        </p:txBody>
      </p:sp>
      <p:sp>
        <p:nvSpPr>
          <p:cNvPr id="53" name="Oval 52">
            <a:extLst>
              <a:ext uri="{FF2B5EF4-FFF2-40B4-BE49-F238E27FC236}">
                <a16:creationId xmlns:a16="http://schemas.microsoft.com/office/drawing/2014/main" id="{860A4F9D-827C-4114-ACFE-E48A9AC25118}"/>
              </a:ext>
            </a:extLst>
          </p:cNvPr>
          <p:cNvSpPr/>
          <p:nvPr/>
        </p:nvSpPr>
        <p:spPr>
          <a:xfrm>
            <a:off x="4650091" y="5498209"/>
            <a:ext cx="344244" cy="344244"/>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6</a:t>
            </a:r>
          </a:p>
        </p:txBody>
      </p:sp>
      <p:sp>
        <p:nvSpPr>
          <p:cNvPr id="54" name="Oval 53">
            <a:extLst>
              <a:ext uri="{FF2B5EF4-FFF2-40B4-BE49-F238E27FC236}">
                <a16:creationId xmlns:a16="http://schemas.microsoft.com/office/drawing/2014/main" id="{8E47CC90-3EF7-42B2-AB4B-EE0073C51DDD}"/>
              </a:ext>
            </a:extLst>
          </p:cNvPr>
          <p:cNvSpPr/>
          <p:nvPr/>
        </p:nvSpPr>
        <p:spPr>
          <a:xfrm>
            <a:off x="4018803" y="819173"/>
            <a:ext cx="344244" cy="344244"/>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7</a:t>
            </a:r>
          </a:p>
        </p:txBody>
      </p:sp>
      <p:sp>
        <p:nvSpPr>
          <p:cNvPr id="55" name="Oval 54">
            <a:extLst>
              <a:ext uri="{FF2B5EF4-FFF2-40B4-BE49-F238E27FC236}">
                <a16:creationId xmlns:a16="http://schemas.microsoft.com/office/drawing/2014/main" id="{E540CD02-5746-436C-8DE6-5CAD7E1ECB3C}"/>
              </a:ext>
            </a:extLst>
          </p:cNvPr>
          <p:cNvSpPr/>
          <p:nvPr/>
        </p:nvSpPr>
        <p:spPr>
          <a:xfrm>
            <a:off x="5393063" y="819173"/>
            <a:ext cx="344244" cy="344244"/>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8</a:t>
            </a:r>
          </a:p>
        </p:txBody>
      </p:sp>
      <p:sp>
        <p:nvSpPr>
          <p:cNvPr id="56" name="Oval 55">
            <a:extLst>
              <a:ext uri="{FF2B5EF4-FFF2-40B4-BE49-F238E27FC236}">
                <a16:creationId xmlns:a16="http://schemas.microsoft.com/office/drawing/2014/main" id="{5AB3C994-244E-41E1-9D68-51102991D3F7}"/>
              </a:ext>
            </a:extLst>
          </p:cNvPr>
          <p:cNvSpPr/>
          <p:nvPr/>
        </p:nvSpPr>
        <p:spPr>
          <a:xfrm>
            <a:off x="8947379" y="3487262"/>
            <a:ext cx="344244" cy="344244"/>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9</a:t>
            </a:r>
          </a:p>
        </p:txBody>
      </p:sp>
    </p:spTree>
    <p:extLst>
      <p:ext uri="{BB962C8B-B14F-4D97-AF65-F5344CB8AC3E}">
        <p14:creationId xmlns:p14="http://schemas.microsoft.com/office/powerpoint/2010/main" val="2125194129"/>
      </p:ext>
    </p:extLst>
  </p:cSld>
  <p:clrMapOvr>
    <a:masterClrMapping/>
  </p:clrMapOvr>
  <p:transition>
    <p:fade/>
  </p:transition>
</p:sld>
</file>

<file path=ppt/theme/theme1.xml><?xml version="1.0" encoding="utf-8"?>
<a:theme xmlns:a="http://schemas.openxmlformats.org/drawingml/2006/main" name="Highly Confidential">
  <a:themeElements>
    <a:clrScheme name="Avanade FY17">
      <a:dk1>
        <a:srgbClr val="595959"/>
      </a:dk1>
      <a:lt1>
        <a:sysClr val="window" lastClr="FFFFFF"/>
      </a:lt1>
      <a:dk2>
        <a:srgbClr val="FF5800"/>
      </a:dk2>
      <a:lt2>
        <a:srgbClr val="E7E6E6"/>
      </a:lt2>
      <a:accent1>
        <a:srgbClr val="FF5800"/>
      </a:accent1>
      <a:accent2>
        <a:srgbClr val="CE056A"/>
      </a:accent2>
      <a:accent3>
        <a:srgbClr val="C80000"/>
      </a:accent3>
      <a:accent4>
        <a:srgbClr val="FFB414"/>
      </a:accent4>
      <a:accent5>
        <a:srgbClr val="47800A"/>
      </a:accent5>
      <a:accent6>
        <a:srgbClr val="008376"/>
      </a:accent6>
      <a:hlink>
        <a:srgbClr val="FF5800"/>
      </a:hlink>
      <a:folHlink>
        <a:srgbClr val="890078"/>
      </a:folHlink>
    </a:clrScheme>
    <a:fontScheme name="Custom 1">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1 Solar PPT Template" id="{D6955670-6C6F-8D42-B858-1A54C5A028BE}" vid="{7A8938F7-2899-414E-B15A-F624CD24E6B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43E9D715579047AD710548B57EF4B6" ma:contentTypeVersion="12" ma:contentTypeDescription="Create a new document." ma:contentTypeScope="" ma:versionID="f9a8b78ce7c1aaa48866904afee5a57c">
  <xsd:schema xmlns:xsd="http://www.w3.org/2001/XMLSchema" xmlns:xs="http://www.w3.org/2001/XMLSchema" xmlns:p="http://schemas.microsoft.com/office/2006/metadata/properties" xmlns:ns2="e5fc8e19-d567-4231-a2ef-e1d3ceb8c18a" xmlns:ns3="0ecc8aea-e67b-4f57-820a-2e5986141c1c" targetNamespace="http://schemas.microsoft.com/office/2006/metadata/properties" ma:root="true" ma:fieldsID="35eb4f542a99a64ed954673b26c61781" ns2:_="" ns3:_="">
    <xsd:import namespace="e5fc8e19-d567-4231-a2ef-e1d3ceb8c18a"/>
    <xsd:import namespace="0ecc8aea-e67b-4f57-820a-2e5986141c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OCR" minOccurs="0"/>
                <xsd:element ref="ns3:SharedWithUsers" minOccurs="0"/>
                <xsd:element ref="ns3:SharedWithDetails" minOccurs="0"/>
                <xsd:element ref="ns2:MediaServiceEventHashCode" minOccurs="0"/>
                <xsd:element ref="ns2:MediaServiceGenerationTime"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fc8e19-d567-4231-a2ef-e1d3ceb8c1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ecc8aea-e67b-4f57-820a-2e5986141c1c"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0ecc8aea-e67b-4f57-820a-2e5986141c1c">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8E4C9A-CD7E-4756-BCA2-1C616E741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fc8e19-d567-4231-a2ef-e1d3ceb8c18a"/>
    <ds:schemaRef ds:uri="0ecc8aea-e67b-4f57-820a-2e5986141c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948715B-A9E4-4BA9-A1AA-29347BAE31C4}">
  <ds:schemaRefs>
    <ds:schemaRef ds:uri="http://schemas.microsoft.com/office/2006/metadata/properties"/>
    <ds:schemaRef ds:uri="http://schemas.microsoft.com/office/infopath/2007/PartnerControls"/>
    <ds:schemaRef ds:uri="0ecc8aea-e67b-4f57-820a-2e5986141c1c"/>
  </ds:schemaRefs>
</ds:datastoreItem>
</file>

<file path=customXml/itemProps3.xml><?xml version="1.0" encoding="utf-8"?>
<ds:datastoreItem xmlns:ds="http://schemas.openxmlformats.org/officeDocument/2006/customXml" ds:itemID="{C8A2885F-73AD-4A9C-8A39-37059F0219F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247</Words>
  <Application>Microsoft Office PowerPoint</Application>
  <PresentationFormat>Widescreen</PresentationFormat>
  <Paragraphs>38</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Segoe UI</vt:lpstr>
      <vt:lpstr>Segoe UI Light</vt:lpstr>
      <vt:lpstr>Segoe UI Semibold</vt:lpstr>
      <vt:lpstr>Highly Confidential</vt:lpstr>
      <vt:lpstr>Solution Flow – Lifecycle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Accelerate engagements with code-to-cloud DevOps - Empowering everyone to be a developer</dc:title>
  <dc:creator>Kyle Hill</dc:creator>
  <cp:lastModifiedBy>Armin Fischer</cp:lastModifiedBy>
  <cp:revision>6</cp:revision>
  <dcterms:created xsi:type="dcterms:W3CDTF">2020-06-03T08:47:28Z</dcterms:created>
  <dcterms:modified xsi:type="dcterms:W3CDTF">2021-12-13T15:25:17Z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0x0101000A43E9D715579047AD710548B57EF4B6</vt:lpwstr>
  </property>
  <property fmtid="{D5CDD505-2E9C-101B-9397-08002B2CF9AE}" pid="3" name="MSIP_Label_5fae8262-b78e-4366-8929-a5d6aac95320_Enabled">
    <vt:lpwstr>true</vt:lpwstr>
  </property>
  <property fmtid="{D5CDD505-2E9C-101B-9397-08002B2CF9AE}" pid="4" name="MSIP_Label_5fae8262-b78e-4366-8929-a5d6aac95320_SetDate">
    <vt:lpwstr>2021-02-23T11:48:39Z</vt:lpwstr>
  </property>
  <property fmtid="{D5CDD505-2E9C-101B-9397-08002B2CF9AE}" pid="5" name="MSIP_Label_5fae8262-b78e-4366-8929-a5d6aac95320_Method">
    <vt:lpwstr>Standard</vt:lpwstr>
  </property>
  <property fmtid="{D5CDD505-2E9C-101B-9397-08002B2CF9AE}" pid="6" name="MSIP_Label_5fae8262-b78e-4366-8929-a5d6aac95320_Name">
    <vt:lpwstr>5fae8262-b78e-4366-8929-a5d6aac95320</vt:lpwstr>
  </property>
  <property fmtid="{D5CDD505-2E9C-101B-9397-08002B2CF9AE}" pid="7" name="MSIP_Label_5fae8262-b78e-4366-8929-a5d6aac95320_SiteId">
    <vt:lpwstr>cf36141c-ddd7-45a7-b073-111f66d0b30c</vt:lpwstr>
  </property>
  <property fmtid="{D5CDD505-2E9C-101B-9397-08002B2CF9AE}" pid="8" name="MSIP_Label_5fae8262-b78e-4366-8929-a5d6aac95320_ActionId">
    <vt:lpwstr>6a90ae70-b44e-4d61-b113-434014b815a1</vt:lpwstr>
  </property>
  <property fmtid="{D5CDD505-2E9C-101B-9397-08002B2CF9AE}" pid="9" name="MSIP_Label_5fae8262-b78e-4366-8929-a5d6aac95320_ContentBits">
    <vt:lpwstr>0</vt:lpwstr>
  </property>
  <property fmtid="{D5CDD505-2E9C-101B-9397-08002B2CF9AE}" pid="10" name="xd_ProgID">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y fmtid="{D5CDD505-2E9C-101B-9397-08002B2CF9AE}" pid="14" name="TriggerFlowInfo">
    <vt:lpwstr/>
  </property>
  <property fmtid="{D5CDD505-2E9C-101B-9397-08002B2CF9AE}" pid="15" name="xd_Signature">
    <vt:bool>false</vt:bool>
  </property>
</Properties>
</file>